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6401BA-F0D4-465E-9661-FD51DFB51D25}" v="21" dt="2026-04-19T12:56:49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BAA37-A570-46A2-8750-2F3D966E12FB}" type="datetimeFigureOut">
              <a:t>19/04/2026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420B74-78AE-4ECA-BC7A-1D8926170F7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3049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Lattice Boltzmann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communication schemes for a D2Q9 CFD simulation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292608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85876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  <a:p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Patron Antoine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11880" y="3794760"/>
            <a:ext cx="292608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385876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work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0" y="3794760"/>
            <a:ext cx="1920240" cy="8229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385876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Info / MOSIG — Parallel Algorithms and Programming —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non-optional exercises were implemented and validated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146304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73152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35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blocking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210312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MPI_Send / MPI_Recv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234440"/>
            <a:ext cx="2743200" cy="146304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1234440"/>
            <a:ext cx="73152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435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50792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odd/even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210312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chain of dependencies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9904" y="1234440"/>
            <a:ext cx="2743200" cy="146304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9904" y="1234440"/>
            <a:ext cx="73152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1435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12864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non-blocking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91072" y="210312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MPI_Isend / MPI_Irecv + Waitall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862072"/>
            <a:ext cx="2743200" cy="146304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862072"/>
            <a:ext cx="73152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0632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3044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— manual copy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928" y="37307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topology + buffers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27832" y="2862072"/>
            <a:ext cx="2743200" cy="146304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27832" y="2862072"/>
            <a:ext cx="73152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29000" y="30632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050792" y="3044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— MPI datatypes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29000" y="37307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MPI_Type_vector, stride-aware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9904" y="2862072"/>
            <a:ext cx="2743200" cy="146304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9904" y="2862072"/>
            <a:ext cx="73152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1072" y="30632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12864" y="3044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non-blocking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91072" y="37307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batches to avoid corner dup.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— MPI Lattice Boltzmann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checks run for every exercise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807208" cy="320040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35608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435608"/>
            <a:ext cx="180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check_comm — position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350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per-cell values. Verifies that the right data is stored at the right place in every ghost cell, across all patterns.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291840"/>
            <a:ext cx="2350008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3364992"/>
            <a:ext cx="21305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mpirun -np 4 ./check_comm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N -p position -s both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27832" y="1234440"/>
            <a:ext cx="2807208" cy="320040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1435608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96512" y="1435608"/>
            <a:ext cx="180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check_comm — modulo9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2103120"/>
            <a:ext cx="2350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readable pattern. Makes subtle off-by-one errors and wrong neighbor mappings visible in the terminal.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56432" y="3291840"/>
            <a:ext cx="2350008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364992"/>
            <a:ext cx="21305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mpirun -np 4 ./check_comm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N -p modulo9 -s both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9904" y="1234440"/>
            <a:ext cx="2807208" cy="320040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18504" y="1435608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58584" y="1435608"/>
            <a:ext cx="180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checksum vs ex0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18504" y="2103120"/>
            <a:ext cx="2350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rendered frame at step 3 against the sequential reference. Guarantees bit-exact equivalence.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18504" y="3291840"/>
            <a:ext cx="2350008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3364992"/>
            <a:ext cx="21305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mpirun -np 4 ./lbm -e 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./display --gnuplot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output.raw 3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md5sum -c ref.md5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All three checks pass for exercises 1 through 6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— MPI Lattice Boltzmann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1D splitting, blocking comms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along the X axis with MPI_Send / MPI_Recv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global mesh along X only: nb_x = comm_size, nb_y = 1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sub-domain has width total_width / nb_x + 2 ghost columns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Borders handled by routing to MPI_PROC_NULL — no branching needed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tags + alternating send/recv order (Right then Left) prevents deadlocks in the MPI implementation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234440"/>
            <a:ext cx="4023360" cy="3246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64608" y="1307592"/>
            <a:ext cx="3803904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= height *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 = (rank_x &gt; 0)      ? rank-1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: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MPI_PROC_NULL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 = (rank_x &lt; nb_x-1) ? rank+1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: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MPI_PROC_NULL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Right, then recv from left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MPI_Send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W-2, 0), N,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MPI_DOUBLE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R, TAG_R,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MPI_COMM_WORLD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MPI_Recv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0,   0), N,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MPI_DOUBLE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L, TAG_R,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MPI_COMM_WORLD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MPI_STATUS_IGNORE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Left, then recv from right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MPI_Send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1,   0), N, ..., L, TAG_L, ...);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MPI_Recv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W-1, 0), N, ..., R, TAG_L, ...);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— MPI Lattice Boltzmann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1D odd/even ordering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the serial dependency chain while staying blocking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Naive ordering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914400" cy="50292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P0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1554480"/>
            <a:ext cx="914400" cy="50292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554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P1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77440" y="1554480"/>
            <a:ext cx="914400" cy="50292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554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P2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554480"/>
            <a:ext cx="914400" cy="50292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554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P3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80160" y="1805940"/>
            <a:ext cx="9144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0" y="1805940"/>
            <a:ext cx="9144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91840" y="1805940"/>
            <a:ext cx="9144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65760" y="2148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Serial chain: P0 ➝ P1 ➝ P2 ➝ P3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606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Odd/even ordering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9144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0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371600" y="2880360"/>
            <a:ext cx="91440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2880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7440" y="2880360"/>
            <a:ext cx="9144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2880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83280" y="2880360"/>
            <a:ext cx="91440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880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80160" y="3131820"/>
            <a:ext cx="914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286000" y="3131820"/>
            <a:ext cx="914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291840" y="3131820"/>
            <a:ext cx="914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365760" y="3474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0B981"/>
                </a:solidFill>
              </a:rPr>
              <a:t>Parallel pairs — transfers happen simultaneously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234440"/>
            <a:ext cx="402336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307592"/>
            <a:ext cx="380390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is_even = (rank_x % 2 == 0);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(is_even)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MPI_Recv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0,   0), N,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MPI_DOUBLE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L, TAG_R,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MPI_COMM_WORLD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MPI_Send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W-2, 0), N,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MPI_DOUBLE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R, TAG_R,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MPI_COMM_WORLD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MPI_Send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W-2, 0), ...);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MPI_Recv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0,   0), ...);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symmetric block for the left direction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4069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Init is reused as-is from ex1 — only the exchange order changes.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— MPI Lattice Boltzmann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 — 1D non-blocking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MPI_Isend / MPI_Irecv with a single MPI_Waitall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receives posted first, then all sends — lets the MPI runtime overlap and match eagerly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MPI_Waitall at the end keeps the function synchronous from the caller's standpoint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requests stored in comm-&gt;requests (2 recv + 2 send)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init as ex1 — only the exchange strategy differs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234440"/>
            <a:ext cx="4023360" cy="3246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64608" y="1307592"/>
            <a:ext cx="3803904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Receives first (matched ASAP by the runtime)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MPI_Irecv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0,   0), N,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MPI_DOUBLE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L, TAG_R,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MPI_COMM_WORLD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&amp;req[0]);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MPI_Irecv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W-1, 0), N,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MPI_DOUBLE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R, TAG_L,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MPI_COMM_WORLD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&amp;req[1]);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Then sends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MPI_Isend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W-2, 0), N,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MPI_DOUBLE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R, TAG_R,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MPI_COMM_WORLD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&amp;req[2]);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MPI_Isend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1,   0), N,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MPI_DOUBLE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L, TAG_L,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MPI_COMM_WORLD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&amp;req[3]);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MPI_Waitall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(4, req,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MPI_STATUSES_IGNORE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— MPI Lattice Boltzmann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 — 2D splitting with manual copy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topology, 8 neighbors, buffered non-contiguous rows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MPI_Dims_create picks a balanced 2D process grid automatically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MPI_Cart_create (non-periodic) + MPI_Cart_coords give each rank its (rank_x, rank_y)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Column-major layout → left/right are contiguous (H×9 doubles, direct send)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Top/bottom rows are scattered: pack into buffer_send_up / _down, send, unpack into ghost rows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buffers allocated once in init, freed in release — no allocation in the hot loop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 are carried implicitly through the horizontal send (ghost columns already include corners)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3291840"/>
            <a:ext cx="841248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3364992"/>
            <a:ext cx="81930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Pack non-contiguous top/bottom rows, then send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0; x &lt; W; ++x)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memcpy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(&amp;buffer_send_up[x *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DIRECTIONS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cell(mesh, x, 1),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DIRECTIONS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MPI_Sendrecv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(buffer_send_up,   row_count,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MPI_DOUBLE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up,   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buffer_recv_down, row_count,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MPI_DOUBLE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down, 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comm-&gt;communicator,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MPI_STATUS_IGNORE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— MPI Lattice Boltzmann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5 — 2D with MPI datatypes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manual copies by a single MPI_Type_vector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type once in init, commit it, store in comm-&gt;type, free in release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stride parameter matches the column-major layout: one column is height × DIRECTIONS doubles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the manual pack/unpack loops of ex4 disappear entirely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 are exchanged separately as contiguous DIRECTIONS-doubles buffers (Sendrecv with MPI_DOUBLE)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841248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2907792"/>
            <a:ext cx="819302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count = W cells; blocklength = 9 doubles per cell;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stride = height*9 doubles — distance between two cells on the same row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MPI_Type_vector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(comm-&gt;width,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DIRECTIONS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comm-&gt;height *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DIRECTIONS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MPI_DOUBLE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&amp;comm-&gt;type);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MPI_Type_commit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(&amp;comm-&gt;type);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Top/bottom exchange: one call, no temporary buffer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MPI_Sendrecv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0, 1),     1, comm-&gt;type, up,   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cell(mesh, 0, H - 1), 1, comm-&gt;type, down, 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comm-&gt;communicator,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MPI_STATUS_IGNORE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— MPI Lattice Boltzmann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6 — 2D non-blocking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Two-batch exchange to prevent duplicate corner writes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and release inherit from ex5 (same MPI datatype)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 — cardinal directions (left, right, up, down): 4 Irecv then 4 Isend, one Waitall(8)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 — diagonals (4 corners, DIRECTIONS doubles each): another 4 Irecv + 4 Isend, Waitall(8)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the batches prevents a corner cell from being overwritten twice as the subject warns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requests reused between batches since the first Waitall completes them all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3108960"/>
            <a:ext cx="841248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3182112"/>
            <a:ext cx="81930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Batch 2 — diagonals. Tags are crossed so each pair matches: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I send to up_left arrives as coming from down_right.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MPI_Irecv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0,     0),     9,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MPI_DOUBLE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up_left,    4, comm_, &amp;req[0]);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MPI_Irecv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W - 1, 0),     9,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MPI_DOUBLE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up_right,   5, comm_, &amp;req[1]);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MPI_Irecv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0,     H - 1), 9,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MPI_DOUBLE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down_left,  6, comm_, &amp;req[2]);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MPI_Irecv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W - 1, H - 1), 9,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MPI_DOUBLE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down_right, 7, comm_, &amp;req[3]);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MPI_Isend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(cell(mesh, 1,     1),     9,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MPI_DOUBLE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up_left,    7, comm_, &amp;req[4]);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three more Isend (up_right: 6, down_left: 5, down_right: 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MPI_Waitall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(8, req,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MPI_STATUSES_IGNORE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— MPI Lattice Boltzmann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design choices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reused across all six exercises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60520" cy="160020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416052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MPI_PROC_NULL for borders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neighbor lookup at the global edge returns MPI_PROC_NULL, turning Send / Recv into no-ops. No special-case branching inside the communication loop.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4160520" cy="160020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234440"/>
            <a:ext cx="416052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173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Sendrecv where possible (ex4–5)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MPI_Sendrecv call handles one direction pair in a deadlock-free way. The implementation can internally match sends and receives across all ranks.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99232"/>
            <a:ext cx="4160520" cy="160020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99232"/>
            <a:ext cx="416052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8211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posted before sends (ex3, ex6)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63931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Irecv first gives the MPI runtime information it can use to place incoming messages directly, avoiding intermediate buffering.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999232"/>
            <a:ext cx="4160520" cy="1600200"/>
          </a:xfrm>
          <a:prstGeom prst="rect">
            <a:avLst/>
          </a:prstGeom>
          <a:solidFill>
            <a:srgbClr val="F5F8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999232"/>
            <a:ext cx="416052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18211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lbm_neighbor_rank helper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63931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static helper centralises the out-of-bounds → MPI_PROC_NULL logic and the MPI_Cart_rank call. Cuts repetition across ex4/5/6.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— MPI Lattice Boltzmann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Affichage à l'écran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4 — MPI Lattice Boltzmann</dc:title>
  <dc:subject>PptxGenJS Presentation</dc:subject>
  <dc:creator>Antoine</dc:creator>
  <cp:lastModifiedBy>Antoine</cp:lastModifiedBy>
  <cp:revision>13</cp:revision>
  <dcterms:created xsi:type="dcterms:W3CDTF">2026-04-19T12:19:31Z</dcterms:created>
  <dcterms:modified xsi:type="dcterms:W3CDTF">2026-04-19T13:04:18Z</dcterms:modified>
</cp:coreProperties>
</file>