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media/image13.png" ContentType="image/png"/>
  <Override PartName="/ppt/media/image12.png" ContentType="image/png"/>
  <Override PartName="/ppt/media/image20.jpeg" ContentType="image/jpeg"/>
  <Override PartName="/ppt/media/image11.gif" ContentType="image/gif"/>
  <Override PartName="/ppt/media/image14.png" ContentType="image/png"/>
  <Override PartName="/ppt/media/image8.jpeg" ContentType="image/jpeg"/>
  <Override PartName="/ppt/media/image5.png" ContentType="image/png"/>
  <Override PartName="/ppt/media/image7.jpeg" ContentType="image/jpeg"/>
  <Override PartName="/ppt/media/image18.png" ContentType="image/png"/>
  <Override PartName="/ppt/media/image6.png" ContentType="image/png"/>
  <Override PartName="/ppt/media/image4.jpeg" ContentType="image/jpeg"/>
  <Override PartName="/ppt/media/image2.png" ContentType="image/png"/>
  <Override PartName="/ppt/media/image25.png" ContentType="image/png"/>
  <Override PartName="/ppt/media/image26.jpeg" ContentType="image/jpeg"/>
  <Override PartName="/ppt/media/image19.png" ContentType="image/png"/>
  <Override PartName="/ppt/media/image23.png" ContentType="image/png"/>
  <Override PartName="/ppt/media/image21.jpeg" ContentType="image/jpeg"/>
  <Override PartName="/ppt/media/image16.png" ContentType="image/png"/>
  <Override PartName="/ppt/media/image17.png" ContentType="image/png"/>
  <Override PartName="/ppt/media/image22.jpeg" ContentType="image/jpeg"/>
  <Override PartName="/ppt/media/image1.jpeg" ContentType="image/jpeg"/>
  <Override PartName="/ppt/media/image10.png" ContentType="image/png"/>
  <Override PartName="/ppt/media/image9.jpeg" ContentType="image/jpeg"/>
  <Override PartName="/ppt/media/image3.jpeg" ContentType="image/jpeg"/>
  <Override PartName="/ppt/media/image24.jpeg" ContentType="image/jpeg"/>
  <Override PartName="/ppt/media/image15.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fr-FR" sz="1800" spc="-1" strike="noStrike">
                <a:solidFill>
                  <a:srgbClr val="000000"/>
                </a:solidFill>
                <a:latin typeface="Avenir Next LT Pro Light"/>
              </a:rPr>
              <a:t>Click to move the slide</a:t>
            </a:r>
            <a:endParaRPr b="0" lang="fr-FR" sz="1800" spc="-1" strike="noStrike">
              <a:solidFill>
                <a:srgbClr val="000000"/>
              </a:solidFill>
              <a:latin typeface="Avenir Next LT Pro Light"/>
            </a:endParaRPr>
          </a:p>
        </p:txBody>
      </p:sp>
      <p:sp>
        <p:nvSpPr>
          <p:cNvPr id="2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fr-FR" sz="2000" spc="-1" strike="noStrike">
                <a:latin typeface="Arial"/>
              </a:rPr>
              <a:t>Click to edit the notes format</a:t>
            </a:r>
            <a:endParaRPr b="0" lang="fr-FR" sz="2000" spc="-1" strike="noStrike">
              <a:latin typeface="Arial"/>
            </a:endParaRPr>
          </a:p>
        </p:txBody>
      </p:sp>
      <p:sp>
        <p:nvSpPr>
          <p:cNvPr id="239"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fr-FR" sz="1400" spc="-1" strike="noStrike">
                <a:latin typeface="Times New Roman"/>
              </a:rPr>
              <a:t>&lt;header&gt;</a:t>
            </a:r>
            <a:endParaRPr b="0" lang="fr-FR" sz="1400" spc="-1" strike="noStrike">
              <a:latin typeface="Times New Roman"/>
            </a:endParaRPr>
          </a:p>
        </p:txBody>
      </p:sp>
      <p:sp>
        <p:nvSpPr>
          <p:cNvPr id="240"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fr-FR" sz="1400" spc="-1" strike="noStrike">
                <a:latin typeface="Times New Roman"/>
              </a:defRPr>
            </a:lvl1pPr>
          </a:lstStyle>
          <a:p>
            <a:pPr algn="r">
              <a:buNone/>
            </a:pPr>
            <a:r>
              <a:rPr b="0" lang="fr-FR" sz="1400" spc="-1" strike="noStrike">
                <a:latin typeface="Times New Roman"/>
              </a:rPr>
              <a:t>&lt;date/time&gt;</a:t>
            </a:r>
            <a:endParaRPr b="0" lang="fr-FR" sz="1400" spc="-1" strike="noStrike">
              <a:latin typeface="Times New Roman"/>
            </a:endParaRPr>
          </a:p>
        </p:txBody>
      </p:sp>
      <p:sp>
        <p:nvSpPr>
          <p:cNvPr id="241"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fr-FR" sz="1400" spc="-1" strike="noStrike">
                <a:latin typeface="Times New Roman"/>
              </a:defRPr>
            </a:lvl1pPr>
          </a:lstStyle>
          <a:p>
            <a:r>
              <a:rPr b="0" lang="fr-FR" sz="1400" spc="-1" strike="noStrike">
                <a:latin typeface="Times New Roman"/>
              </a:rPr>
              <a:t>&lt;footer&gt;</a:t>
            </a:r>
            <a:endParaRPr b="0" lang="fr-FR" sz="1400" spc="-1" strike="noStrike">
              <a:latin typeface="Times New Roman"/>
            </a:endParaRPr>
          </a:p>
        </p:txBody>
      </p:sp>
      <p:sp>
        <p:nvSpPr>
          <p:cNvPr id="242"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fr-FR" sz="1400" spc="-1" strike="noStrike">
                <a:latin typeface="Times New Roman"/>
              </a:defRPr>
            </a:lvl1pPr>
          </a:lstStyle>
          <a:p>
            <a:pPr algn="r">
              <a:buNone/>
            </a:pPr>
            <a:fld id="{8C00ACE6-1C2F-429D-8889-7E62D991779A}" type="slidenum">
              <a:rPr b="0" lang="fr-FR" sz="1400" spc="-1" strike="noStrike">
                <a:latin typeface="Times New Roman"/>
              </a:rPr>
              <a:t>&lt;number&gt;</a:t>
            </a:fld>
            <a:endParaRPr b="0" lang="fr-FR"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29" name="PlaceHolder 3"/>
          <p:cNvSpPr>
            <a:spLocks noGrp="1"/>
          </p:cNvSpPr>
          <p:nvPr>
            <p:ph type="sldNum" idx="43"/>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381AFE52-9EC4-439B-82C3-390728B5A210}" type="slidenum">
              <a:rPr b="0" lang="fr-FR" sz="1200" spc="-1" strike="noStrike">
                <a:latin typeface="Times New Roman"/>
              </a:rPr>
              <a:t>13</a:t>
            </a:fld>
            <a:endParaRPr b="0" lang="fr-FR"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32" name="PlaceHolder 3"/>
          <p:cNvSpPr>
            <a:spLocks noGrp="1"/>
          </p:cNvSpPr>
          <p:nvPr>
            <p:ph type="sldNum" idx="44"/>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DCE91AA5-3E76-4FCB-A10E-D91E0E5196BE}" type="slidenum">
              <a:rPr b="0" lang="fr-FR" sz="1200" spc="-1" strike="noStrike">
                <a:latin typeface="Times New Roman"/>
              </a:rPr>
              <a:t>13</a:t>
            </a:fld>
            <a:endParaRPr b="0" lang="fr-FR"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35" name="PlaceHolder 3"/>
          <p:cNvSpPr>
            <a:spLocks noGrp="1"/>
          </p:cNvSpPr>
          <p:nvPr>
            <p:ph type="sldNum" idx="45"/>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455DD2B9-3032-48D3-9DCC-EBBC8BC3E116}" type="slidenum">
              <a:rPr b="0" lang="fr-FR" sz="1200" spc="-1" strike="noStrike">
                <a:latin typeface="Times New Roman"/>
              </a:rPr>
              <a:t>13</a:t>
            </a:fld>
            <a:endParaRPr b="0" lang="fr-FR"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685800" y="1143000"/>
            <a:ext cx="5486040" cy="3085920"/>
          </a:xfrm>
          <a:prstGeom prst="rect">
            <a:avLst/>
          </a:prstGeom>
          <a:ln w="0">
            <a:noFill/>
          </a:ln>
        </p:spPr>
      </p:sp>
      <p:sp>
        <p:nvSpPr>
          <p:cNvPr id="33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38" name="PlaceHolder 3"/>
          <p:cNvSpPr>
            <a:spLocks noGrp="1"/>
          </p:cNvSpPr>
          <p:nvPr>
            <p:ph type="sldNum" idx="46"/>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2B9F71AE-8DD1-45F7-9DCF-05973BD20799}" type="slidenum">
              <a:rPr b="0" lang="fr-FR" sz="1200" spc="-1" strike="noStrike">
                <a:latin typeface="Times New Roman"/>
              </a:rPr>
              <a:t>13</a:t>
            </a:fld>
            <a:endParaRPr b="0" lang="fr-FR"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41" name="PlaceHolder 3"/>
          <p:cNvSpPr>
            <a:spLocks noGrp="1"/>
          </p:cNvSpPr>
          <p:nvPr>
            <p:ph type="sldNum" idx="47"/>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98B818F0-1604-42A4-919D-BD8FFF07CF01}" type="slidenum">
              <a:rPr b="0" lang="fr-FR" sz="1200" spc="-1" strike="noStrike">
                <a:latin typeface="Times New Roman"/>
              </a:rPr>
              <a:t>13</a:t>
            </a:fld>
            <a:endParaRPr b="0" lang="fr-FR"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685800" y="1143000"/>
            <a:ext cx="5486040" cy="3085920"/>
          </a:xfrm>
          <a:prstGeom prst="rect">
            <a:avLst/>
          </a:prstGeom>
          <a:ln w="0">
            <a:noFill/>
          </a:ln>
        </p:spPr>
      </p:sp>
      <p:sp>
        <p:nvSpPr>
          <p:cNvPr id="34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44" name="PlaceHolder 3"/>
          <p:cNvSpPr>
            <a:spLocks noGrp="1"/>
          </p:cNvSpPr>
          <p:nvPr>
            <p:ph type="sldNum" idx="48"/>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B0299BEF-5EEC-4D44-A69F-7ADE16ED31A1}"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685800" y="1143000"/>
            <a:ext cx="5486040" cy="3085920"/>
          </a:xfrm>
          <a:prstGeom prst="rect">
            <a:avLst/>
          </a:prstGeom>
          <a:ln w="0">
            <a:noFill/>
          </a:ln>
        </p:spPr>
      </p:sp>
      <p:sp>
        <p:nvSpPr>
          <p:cNvPr id="34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47" name="PlaceHolder 3"/>
          <p:cNvSpPr>
            <a:spLocks noGrp="1"/>
          </p:cNvSpPr>
          <p:nvPr>
            <p:ph type="sldNum" idx="49"/>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19D40142-6BCF-4837-8083-C8DAFA777827}"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50" name="PlaceHolder 3"/>
          <p:cNvSpPr>
            <a:spLocks noGrp="1"/>
          </p:cNvSpPr>
          <p:nvPr>
            <p:ph type="sldNum" idx="50"/>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BB5DB93F-F08D-4772-8512-E772E48D7551}"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685800" y="1143000"/>
            <a:ext cx="5486040" cy="3085920"/>
          </a:xfrm>
          <a:prstGeom prst="rect">
            <a:avLst/>
          </a:prstGeom>
          <a:ln w="0">
            <a:noFill/>
          </a:ln>
        </p:spPr>
      </p:sp>
      <p:sp>
        <p:nvSpPr>
          <p:cNvPr id="35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53" name="PlaceHolder 3"/>
          <p:cNvSpPr>
            <a:spLocks noGrp="1"/>
          </p:cNvSpPr>
          <p:nvPr>
            <p:ph type="sldNum" idx="51"/>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D300C7BC-3FFA-4B0D-987B-EA67A2D4BF22}"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6040" cy="3085920"/>
          </a:xfrm>
          <a:prstGeom prst="rect">
            <a:avLst/>
          </a:prstGeom>
          <a:ln w="0">
            <a:noFill/>
          </a:ln>
        </p:spPr>
      </p:sp>
      <p:sp>
        <p:nvSpPr>
          <p:cNvPr id="35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56" name="PlaceHolder 3"/>
          <p:cNvSpPr>
            <a:spLocks noGrp="1"/>
          </p:cNvSpPr>
          <p:nvPr>
            <p:ph type="sldNum" idx="52"/>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EC63E7DA-A825-4BB6-B5E0-D87E34CF2F45}"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59" name="PlaceHolder 3"/>
          <p:cNvSpPr>
            <a:spLocks noGrp="1"/>
          </p:cNvSpPr>
          <p:nvPr>
            <p:ph type="sldNum" idx="53"/>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5A9D8967-2C7D-45A3-B26A-BE0C8FFB311B}"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62" name="PlaceHolder 3"/>
          <p:cNvSpPr>
            <a:spLocks noGrp="1"/>
          </p:cNvSpPr>
          <p:nvPr>
            <p:ph type="sldNum" idx="54"/>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02268A56-B3AA-4199-ADD4-CE722579FB25}"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fr-FR" sz="2000" spc="-1" strike="noStrike">
              <a:latin typeface="Arial"/>
            </a:endParaRPr>
          </a:p>
        </p:txBody>
      </p:sp>
      <p:sp>
        <p:nvSpPr>
          <p:cNvPr id="365" name="PlaceHolder 3"/>
          <p:cNvSpPr>
            <a:spLocks noGrp="1"/>
          </p:cNvSpPr>
          <p:nvPr>
            <p:ph type="sldNum" idx="55"/>
          </p:nvPr>
        </p:nvSpPr>
        <p:spPr>
          <a:xfrm>
            <a:off x="3884760" y="8685360"/>
            <a:ext cx="2971440" cy="458280"/>
          </a:xfrm>
          <a:prstGeom prst="rect">
            <a:avLst/>
          </a:prstGeom>
          <a:noFill/>
          <a:ln w="0">
            <a:noFill/>
          </a:ln>
        </p:spPr>
        <p:txBody>
          <a:bodyPr anchor="b">
            <a:noAutofit/>
          </a:bodyPr>
          <a:lstStyle>
            <a:lvl1pPr algn="r">
              <a:lnSpc>
                <a:spcPct val="100000"/>
              </a:lnSpc>
              <a:buNone/>
              <a:defRPr b="0" lang="fr-FR" sz="1200" spc="-1" strike="noStrike">
                <a:latin typeface="Times New Roman"/>
              </a:defRPr>
            </a:lvl1pPr>
          </a:lstStyle>
          <a:p>
            <a:pPr algn="r">
              <a:lnSpc>
                <a:spcPct val="100000"/>
              </a:lnSpc>
              <a:buNone/>
            </a:pPr>
            <a:fld id="{794E520B-6FDF-42DF-BE7B-643ACC6A1809}" type="slidenum">
              <a:rPr b="0" lang="fr-FR" sz="1200" spc="-1" strike="noStrike">
                <a:latin typeface="Times New Roman"/>
              </a:rPr>
              <a:t>&lt;number&gt;</a:t>
            </a:fld>
            <a:endParaRPr b="0" lang="fr-FR"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6" name="PlaceHolder 2"/>
          <p:cNvSpPr>
            <a:spLocks noGrp="1"/>
          </p:cNvSpPr>
          <p:nvPr>
            <p:ph type="subTitle"/>
          </p:nvPr>
        </p:nvSpPr>
        <p:spPr>
          <a:xfrm>
            <a:off x="841320" y="1789200"/>
            <a:ext cx="4571640" cy="4166280"/>
          </a:xfrm>
          <a:prstGeom prst="rect">
            <a:avLst/>
          </a:prstGeom>
          <a:noFill/>
          <a:ln w="0">
            <a:noFill/>
          </a:ln>
        </p:spPr>
        <p:txBody>
          <a:bodyPr lIns="0" rIns="0" tIns="0" bIns="0" anchor="ctr">
            <a:noAutofit/>
          </a:bodyPr>
          <a:p>
            <a:pPr algn="ctr">
              <a:buNone/>
            </a:pPr>
            <a:endParaRPr b="0" lang="fr-FR"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8" name="PlaceHolder 2"/>
          <p:cNvSpPr>
            <a:spLocks noGrp="1"/>
          </p:cNvSpPr>
          <p:nvPr>
            <p:ph/>
          </p:nvPr>
        </p:nvSpPr>
        <p:spPr>
          <a:xfrm>
            <a:off x="841320" y="1789200"/>
            <a:ext cx="457164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0"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1"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 name="PlaceHolder 1"/>
          <p:cNvSpPr>
            <a:spLocks noGrp="1"/>
          </p:cNvSpPr>
          <p:nvPr>
            <p:ph type="subTitle"/>
          </p:nvPr>
        </p:nvSpPr>
        <p:spPr>
          <a:xfrm>
            <a:off x="841320" y="380880"/>
            <a:ext cx="4571640" cy="6144120"/>
          </a:xfrm>
          <a:prstGeom prst="rect">
            <a:avLst/>
          </a:prstGeom>
          <a:noFill/>
          <a:ln w="0">
            <a:noFill/>
          </a:ln>
        </p:spPr>
        <p:txBody>
          <a:bodyPr lIns="0" rIns="0" tIns="0" bIns="0" anchor="ctr">
            <a:noAutofit/>
          </a:bodyPr>
          <a:p>
            <a:pPr algn="ctr">
              <a:buNone/>
            </a:pPr>
            <a:endParaRPr b="0" lang="fr-FR"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5"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6"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7"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9"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30"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31" name="PlaceHolder 4"/>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33"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34"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35" name="PlaceHolder 4"/>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37" name="PlaceHolder 2"/>
          <p:cNvSpPr>
            <a:spLocks noGrp="1"/>
          </p:cNvSpPr>
          <p:nvPr>
            <p:ph/>
          </p:nvPr>
        </p:nvSpPr>
        <p:spPr>
          <a:xfrm>
            <a:off x="841320" y="17892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38" name="PlaceHolder 3"/>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40"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1"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2"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3" name="PlaceHolder 5"/>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45" name="PlaceHolder 2"/>
          <p:cNvSpPr>
            <a:spLocks noGrp="1"/>
          </p:cNvSpPr>
          <p:nvPr>
            <p:ph/>
          </p:nvPr>
        </p:nvSpPr>
        <p:spPr>
          <a:xfrm>
            <a:off x="84132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6" name="PlaceHolder 3"/>
          <p:cNvSpPr>
            <a:spLocks noGrp="1"/>
          </p:cNvSpPr>
          <p:nvPr>
            <p:ph/>
          </p:nvPr>
        </p:nvSpPr>
        <p:spPr>
          <a:xfrm>
            <a:off x="238680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7" name="PlaceHolder 4"/>
          <p:cNvSpPr>
            <a:spLocks noGrp="1"/>
          </p:cNvSpPr>
          <p:nvPr>
            <p:ph/>
          </p:nvPr>
        </p:nvSpPr>
        <p:spPr>
          <a:xfrm>
            <a:off x="393264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8" name="PlaceHolder 5"/>
          <p:cNvSpPr>
            <a:spLocks noGrp="1"/>
          </p:cNvSpPr>
          <p:nvPr>
            <p:ph/>
          </p:nvPr>
        </p:nvSpPr>
        <p:spPr>
          <a:xfrm>
            <a:off x="84132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9" name="PlaceHolder 6"/>
          <p:cNvSpPr>
            <a:spLocks noGrp="1"/>
          </p:cNvSpPr>
          <p:nvPr>
            <p:ph/>
          </p:nvPr>
        </p:nvSpPr>
        <p:spPr>
          <a:xfrm>
            <a:off x="238680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0" name="PlaceHolder 7"/>
          <p:cNvSpPr>
            <a:spLocks noGrp="1"/>
          </p:cNvSpPr>
          <p:nvPr>
            <p:ph/>
          </p:nvPr>
        </p:nvSpPr>
        <p:spPr>
          <a:xfrm>
            <a:off x="393264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72A5B150-BE6A-4F1C-939B-D7BF3ED39633}" type="slidenum">
              <a:t>&lt;#&gt;</a:t>
            </a:fld>
          </a:p>
        </p:txBody>
      </p:sp>
      <p:sp>
        <p:nvSpPr>
          <p:cNvPr id="4" name="PlaceHolder 3"/>
          <p:cNvSpPr>
            <a:spLocks noGrp="1"/>
          </p:cNvSpPr>
          <p:nvPr>
            <p:ph type="dt" idx="1"/>
          </p:nvPr>
        </p:nvSpPr>
        <p:spPr/>
        <p:txBody>
          <a:bodyPr/>
          <a:p>
            <a:r>
              <a:rPr lang="fr-FR"/>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5"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66" name="PlaceHolder 2"/>
          <p:cNvSpPr>
            <a:spLocks noGrp="1"/>
          </p:cNvSpPr>
          <p:nvPr>
            <p:ph type="subTitle"/>
          </p:nvPr>
        </p:nvSpPr>
        <p:spPr>
          <a:xfrm>
            <a:off x="841320" y="1789200"/>
            <a:ext cx="4571640" cy="416628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8111A73-565F-45B4-8802-B540A50DEA16}"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68" name="PlaceHolder 2"/>
          <p:cNvSpPr>
            <a:spLocks noGrp="1"/>
          </p:cNvSpPr>
          <p:nvPr>
            <p:ph/>
          </p:nvPr>
        </p:nvSpPr>
        <p:spPr>
          <a:xfrm>
            <a:off x="841320" y="1789200"/>
            <a:ext cx="457164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BEA8CB0-4771-432C-8274-22C31042E3F2}"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70"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1"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6252B14-88AE-4A03-92CC-5D7888D121DD}" type="slidenum">
              <a:t>&lt;#&gt;</a:t>
            </a:fld>
          </a:p>
        </p:txBody>
      </p:sp>
      <p:sp>
        <p:nvSpPr>
          <p:cNvPr id="7" name="PlaceHolder 6"/>
          <p:cNvSpPr>
            <a:spLocks noGrp="1"/>
          </p:cNvSpPr>
          <p:nvPr>
            <p:ph type="dt" idx="1"/>
          </p:nvPr>
        </p:nvSpPr>
        <p:spPr/>
        <p:txBody>
          <a:bodyPr/>
          <a:p>
            <a:r>
              <a:rPr lang="fr-FR"/>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8172F09-A42B-43B8-B6EA-B9F7C0E7422B}" type="slidenum">
              <a:t>&lt;#&gt;</a:t>
            </a:fld>
          </a:p>
        </p:txBody>
      </p:sp>
      <p:sp>
        <p:nvSpPr>
          <p:cNvPr id="5" name="PlaceHolder 4"/>
          <p:cNvSpPr>
            <a:spLocks noGrp="1"/>
          </p:cNvSpPr>
          <p:nvPr>
            <p:ph type="dt" idx="1"/>
          </p:nvPr>
        </p:nvSpPr>
        <p:spPr/>
        <p:txBody>
          <a:bodyPr/>
          <a:p>
            <a:r>
              <a:rPr lang="fr-FR"/>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3" name="PlaceHolder 1"/>
          <p:cNvSpPr>
            <a:spLocks noGrp="1"/>
          </p:cNvSpPr>
          <p:nvPr>
            <p:ph type="subTitle"/>
          </p:nvPr>
        </p:nvSpPr>
        <p:spPr>
          <a:xfrm>
            <a:off x="841320" y="380880"/>
            <a:ext cx="4571640" cy="614412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DAD9928-7D60-4C14-B5CD-7A34D5B1AD86}" type="slidenum">
              <a:t>&lt;#&gt;</a:t>
            </a:fld>
          </a:p>
        </p:txBody>
      </p:sp>
      <p:sp>
        <p:nvSpPr>
          <p:cNvPr id="5" name="PlaceHolder 4"/>
          <p:cNvSpPr>
            <a:spLocks noGrp="1"/>
          </p:cNvSpPr>
          <p:nvPr>
            <p:ph type="dt" idx="1"/>
          </p:nvPr>
        </p:nvSpPr>
        <p:spPr/>
        <p:txBody>
          <a:bodyPr/>
          <a:p>
            <a:r>
              <a:rPr lang="fr-FR"/>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75"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6"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7"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3CA1210-163F-45AD-B177-B425ED3D858E}" type="slidenum">
              <a:t>&lt;#&gt;</a:t>
            </a:fld>
          </a:p>
        </p:txBody>
      </p:sp>
      <p:sp>
        <p:nvSpPr>
          <p:cNvPr id="8" name="PlaceHolder 7"/>
          <p:cNvSpPr>
            <a:spLocks noGrp="1"/>
          </p:cNvSpPr>
          <p:nvPr>
            <p:ph type="dt" idx="1"/>
          </p:nvPr>
        </p:nvSpPr>
        <p:spPr/>
        <p:txBody>
          <a:bodyPr/>
          <a:p>
            <a:r>
              <a:rPr lang="fr-FR"/>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79"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80"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81" name="PlaceHolder 4"/>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539D7B5-B606-4B68-86F3-60AD24F0BC7E}" type="slidenum">
              <a:t>&lt;#&gt;</a:t>
            </a:fld>
          </a:p>
        </p:txBody>
      </p:sp>
      <p:sp>
        <p:nvSpPr>
          <p:cNvPr id="8" name="PlaceHolder 7"/>
          <p:cNvSpPr>
            <a:spLocks noGrp="1"/>
          </p:cNvSpPr>
          <p:nvPr>
            <p:ph type="dt" idx="1"/>
          </p:nvPr>
        </p:nvSpPr>
        <p:spPr/>
        <p:txBody>
          <a:bodyPr/>
          <a:p>
            <a:r>
              <a:rPr lang="fr-FR"/>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83"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84"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85" name="PlaceHolder 4"/>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0BA7662-DCC1-4930-9872-6CC56B979D45}" type="slidenum">
              <a:t>&lt;#&gt;</a:t>
            </a:fld>
          </a:p>
        </p:txBody>
      </p:sp>
      <p:sp>
        <p:nvSpPr>
          <p:cNvPr id="8" name="PlaceHolder 7"/>
          <p:cNvSpPr>
            <a:spLocks noGrp="1"/>
          </p:cNvSpPr>
          <p:nvPr>
            <p:ph type="dt" idx="1"/>
          </p:nvPr>
        </p:nvSpPr>
        <p:spPr/>
        <p:txBody>
          <a:bodyPr/>
          <a:p>
            <a:r>
              <a:rPr lang="fr-FR"/>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87" name="PlaceHolder 2"/>
          <p:cNvSpPr>
            <a:spLocks noGrp="1"/>
          </p:cNvSpPr>
          <p:nvPr>
            <p:ph/>
          </p:nvPr>
        </p:nvSpPr>
        <p:spPr>
          <a:xfrm>
            <a:off x="841320" y="17892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88" name="PlaceHolder 3"/>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E6DBD35-B460-452E-A14D-D65969D72DC0}" type="slidenum">
              <a:t>&lt;#&gt;</a:t>
            </a:fld>
          </a:p>
        </p:txBody>
      </p:sp>
      <p:sp>
        <p:nvSpPr>
          <p:cNvPr id="7" name="PlaceHolder 6"/>
          <p:cNvSpPr>
            <a:spLocks noGrp="1"/>
          </p:cNvSpPr>
          <p:nvPr>
            <p:ph type="dt" idx="1"/>
          </p:nvPr>
        </p:nvSpPr>
        <p:spPr/>
        <p:txBody>
          <a:bodyPr/>
          <a:p>
            <a:r>
              <a:rPr lang="fr-FR"/>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90"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1"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2"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3" name="PlaceHolder 5"/>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8716126-D2C7-44FD-8597-A3DFF2AE35F5}" type="slidenum">
              <a:t>&lt;#&gt;</a:t>
            </a:fld>
          </a:p>
        </p:txBody>
      </p:sp>
      <p:sp>
        <p:nvSpPr>
          <p:cNvPr id="9" name="PlaceHolder 8"/>
          <p:cNvSpPr>
            <a:spLocks noGrp="1"/>
          </p:cNvSpPr>
          <p:nvPr>
            <p:ph type="dt" idx="1"/>
          </p:nvPr>
        </p:nvSpPr>
        <p:spPr/>
        <p:txBody>
          <a:bodyPr/>
          <a:p>
            <a:r>
              <a:rPr lang="fr-FR"/>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95" name="PlaceHolder 2"/>
          <p:cNvSpPr>
            <a:spLocks noGrp="1"/>
          </p:cNvSpPr>
          <p:nvPr>
            <p:ph/>
          </p:nvPr>
        </p:nvSpPr>
        <p:spPr>
          <a:xfrm>
            <a:off x="84132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6" name="PlaceHolder 3"/>
          <p:cNvSpPr>
            <a:spLocks noGrp="1"/>
          </p:cNvSpPr>
          <p:nvPr>
            <p:ph/>
          </p:nvPr>
        </p:nvSpPr>
        <p:spPr>
          <a:xfrm>
            <a:off x="238680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7" name="PlaceHolder 4"/>
          <p:cNvSpPr>
            <a:spLocks noGrp="1"/>
          </p:cNvSpPr>
          <p:nvPr>
            <p:ph/>
          </p:nvPr>
        </p:nvSpPr>
        <p:spPr>
          <a:xfrm>
            <a:off x="393264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8" name="PlaceHolder 5"/>
          <p:cNvSpPr>
            <a:spLocks noGrp="1"/>
          </p:cNvSpPr>
          <p:nvPr>
            <p:ph/>
          </p:nvPr>
        </p:nvSpPr>
        <p:spPr>
          <a:xfrm>
            <a:off x="84132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9" name="PlaceHolder 6"/>
          <p:cNvSpPr>
            <a:spLocks noGrp="1"/>
          </p:cNvSpPr>
          <p:nvPr>
            <p:ph/>
          </p:nvPr>
        </p:nvSpPr>
        <p:spPr>
          <a:xfrm>
            <a:off x="238680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00" name="PlaceHolder 7"/>
          <p:cNvSpPr>
            <a:spLocks noGrp="1"/>
          </p:cNvSpPr>
          <p:nvPr>
            <p:ph/>
          </p:nvPr>
        </p:nvSpPr>
        <p:spPr>
          <a:xfrm>
            <a:off x="393264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D4E48C1-86B6-4DEE-872D-B39A8927FB65}" type="slidenum">
              <a:t>&lt;#&gt;</a:t>
            </a:fld>
          </a:p>
        </p:txBody>
      </p:sp>
      <p:sp>
        <p:nvSpPr>
          <p:cNvPr id="11" name="PlaceHolder 10"/>
          <p:cNvSpPr>
            <a:spLocks noGrp="1"/>
          </p:cNvSpPr>
          <p:nvPr>
            <p:ph type="dt" idx="1"/>
          </p:nvPr>
        </p:nvSpPr>
        <p:spPr/>
        <p:txBody>
          <a:bodyPr/>
          <a:p>
            <a:r>
              <a:rPr lang="fr-FR"/>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EDA87623-A276-4A6C-868D-1AEC26351E9D}" type="slidenum">
              <a:t>&lt;#&gt;</a:t>
            </a:fld>
          </a:p>
        </p:txBody>
      </p:sp>
      <p:sp>
        <p:nvSpPr>
          <p:cNvPr id="4" name="PlaceHolder 3"/>
          <p:cNvSpPr>
            <a:spLocks noGrp="1"/>
          </p:cNvSpPr>
          <p:nvPr>
            <p:ph type="dt" idx="4"/>
          </p:nvPr>
        </p:nvSpPr>
        <p:spPr/>
        <p:txBody>
          <a:bodyPr/>
          <a:p>
            <a:r>
              <a:rPr lang="fr-FR"/>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09" name="PlaceHolder 2"/>
          <p:cNvSpPr>
            <a:spLocks noGrp="1"/>
          </p:cNvSpPr>
          <p:nvPr>
            <p:ph type="subTitle"/>
          </p:nvPr>
        </p:nvSpPr>
        <p:spPr>
          <a:xfrm>
            <a:off x="841320" y="1789200"/>
            <a:ext cx="4571640" cy="416628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C705D950-79CD-423A-97EF-696FC8EB531D}" type="slidenum">
              <a:t>&lt;#&gt;</a:t>
            </a:fld>
          </a:p>
        </p:txBody>
      </p:sp>
      <p:sp>
        <p:nvSpPr>
          <p:cNvPr id="6" name="PlaceHolder 5"/>
          <p:cNvSpPr>
            <a:spLocks noGrp="1"/>
          </p:cNvSpPr>
          <p:nvPr>
            <p:ph type="dt" idx="4"/>
          </p:nvPr>
        </p:nvSpPr>
        <p:spPr/>
        <p:txBody>
          <a:bodyPr/>
          <a:p>
            <a:r>
              <a:rPr lang="fr-FR"/>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11" name="PlaceHolder 2"/>
          <p:cNvSpPr>
            <a:spLocks noGrp="1"/>
          </p:cNvSpPr>
          <p:nvPr>
            <p:ph/>
          </p:nvPr>
        </p:nvSpPr>
        <p:spPr>
          <a:xfrm>
            <a:off x="841320" y="1789200"/>
            <a:ext cx="457164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D31D2D8-7836-4589-A9BD-A73A6DE92A95}" type="slidenum">
              <a:t>&lt;#&gt;</a:t>
            </a:fld>
          </a:p>
        </p:txBody>
      </p:sp>
      <p:sp>
        <p:nvSpPr>
          <p:cNvPr id="6" name="PlaceHolder 5"/>
          <p:cNvSpPr>
            <a:spLocks noGrp="1"/>
          </p:cNvSpPr>
          <p:nvPr>
            <p:ph type="dt" idx="4"/>
          </p:nvPr>
        </p:nvSpPr>
        <p:spPr/>
        <p:txBody>
          <a:bodyPr/>
          <a:p>
            <a:r>
              <a:rPr lang="fr-FR"/>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13"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14"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7C1FCEEF-F59C-45BB-B3D1-3E914A703AA3}" type="slidenum">
              <a:t>&lt;#&gt;</a:t>
            </a:fld>
          </a:p>
        </p:txBody>
      </p:sp>
      <p:sp>
        <p:nvSpPr>
          <p:cNvPr id="7" name="PlaceHolder 6"/>
          <p:cNvSpPr>
            <a:spLocks noGrp="1"/>
          </p:cNvSpPr>
          <p:nvPr>
            <p:ph type="dt" idx="4"/>
          </p:nvPr>
        </p:nvSpPr>
        <p:spPr/>
        <p:txBody>
          <a:bodyPr/>
          <a:p>
            <a:r>
              <a:rPr lang="fr-FR"/>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5"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3EAA54B-7FAA-4704-875E-94714183E3C5}" type="slidenum">
              <a:t>&lt;#&gt;</a:t>
            </a:fld>
          </a:p>
        </p:txBody>
      </p:sp>
      <p:sp>
        <p:nvSpPr>
          <p:cNvPr id="5" name="PlaceHolder 4"/>
          <p:cNvSpPr>
            <a:spLocks noGrp="1"/>
          </p:cNvSpPr>
          <p:nvPr>
            <p:ph type="dt" idx="4"/>
          </p:nvPr>
        </p:nvSpPr>
        <p:spPr/>
        <p:txBody>
          <a:bodyPr/>
          <a:p>
            <a:r>
              <a:rPr lang="fr-FR"/>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6" name="PlaceHolder 1"/>
          <p:cNvSpPr>
            <a:spLocks noGrp="1"/>
          </p:cNvSpPr>
          <p:nvPr>
            <p:ph type="subTitle"/>
          </p:nvPr>
        </p:nvSpPr>
        <p:spPr>
          <a:xfrm>
            <a:off x="841320" y="380880"/>
            <a:ext cx="4571640" cy="614412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E144F948-3F56-4F89-B55F-842065169726}" type="slidenum">
              <a:t>&lt;#&gt;</a:t>
            </a:fld>
          </a:p>
        </p:txBody>
      </p:sp>
      <p:sp>
        <p:nvSpPr>
          <p:cNvPr id="5" name="PlaceHolder 4"/>
          <p:cNvSpPr>
            <a:spLocks noGrp="1"/>
          </p:cNvSpPr>
          <p:nvPr>
            <p:ph type="dt" idx="4"/>
          </p:nvPr>
        </p:nvSpPr>
        <p:spPr/>
        <p:txBody>
          <a:bodyPr/>
          <a:p>
            <a:r>
              <a:rPr lang="fr-FR"/>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18"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19"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20"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23D4A6A-C959-4625-85A1-3766609015BC}" type="slidenum">
              <a:t>&lt;#&gt;</a:t>
            </a:fld>
          </a:p>
        </p:txBody>
      </p:sp>
      <p:sp>
        <p:nvSpPr>
          <p:cNvPr id="8" name="PlaceHolder 7"/>
          <p:cNvSpPr>
            <a:spLocks noGrp="1"/>
          </p:cNvSpPr>
          <p:nvPr>
            <p:ph type="dt" idx="4"/>
          </p:nvPr>
        </p:nvSpPr>
        <p:spPr/>
        <p:txBody>
          <a:bodyPr/>
          <a:p>
            <a:r>
              <a:rPr lang="fr-FR"/>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22"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23"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24" name="PlaceHolder 4"/>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5595F62-1F3C-48AC-8C6E-8142E8CAB249}" type="slidenum">
              <a:t>&lt;#&gt;</a:t>
            </a:fld>
          </a:p>
        </p:txBody>
      </p:sp>
      <p:sp>
        <p:nvSpPr>
          <p:cNvPr id="8" name="PlaceHolder 7"/>
          <p:cNvSpPr>
            <a:spLocks noGrp="1"/>
          </p:cNvSpPr>
          <p:nvPr>
            <p:ph type="dt" idx="4"/>
          </p:nvPr>
        </p:nvSpPr>
        <p:spPr/>
        <p:txBody>
          <a:bodyPr/>
          <a:p>
            <a:r>
              <a:rPr lang="fr-FR"/>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26"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27"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28" name="PlaceHolder 4"/>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7ECD804-1BD9-4BF5-8FE6-971490CCE18C}" type="slidenum">
              <a:t>&lt;#&gt;</a:t>
            </a:fld>
          </a:p>
        </p:txBody>
      </p:sp>
      <p:sp>
        <p:nvSpPr>
          <p:cNvPr id="8" name="PlaceHolder 7"/>
          <p:cNvSpPr>
            <a:spLocks noGrp="1"/>
          </p:cNvSpPr>
          <p:nvPr>
            <p:ph type="dt" idx="4"/>
          </p:nvPr>
        </p:nvSpPr>
        <p:spPr/>
        <p:txBody>
          <a:bodyPr/>
          <a:p>
            <a:r>
              <a:rPr lang="fr-FR"/>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30" name="PlaceHolder 2"/>
          <p:cNvSpPr>
            <a:spLocks noGrp="1"/>
          </p:cNvSpPr>
          <p:nvPr>
            <p:ph/>
          </p:nvPr>
        </p:nvSpPr>
        <p:spPr>
          <a:xfrm>
            <a:off x="841320" y="17892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31" name="PlaceHolder 3"/>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DCF99895-BCC7-48CA-89DE-9123807572D0}" type="slidenum">
              <a:t>&lt;#&gt;</a:t>
            </a:fld>
          </a:p>
        </p:txBody>
      </p:sp>
      <p:sp>
        <p:nvSpPr>
          <p:cNvPr id="7" name="PlaceHolder 6"/>
          <p:cNvSpPr>
            <a:spLocks noGrp="1"/>
          </p:cNvSpPr>
          <p:nvPr>
            <p:ph type="dt" idx="4"/>
          </p:nvPr>
        </p:nvSpPr>
        <p:spPr/>
        <p:txBody>
          <a:bodyPr/>
          <a:p>
            <a:r>
              <a:rPr lang="fr-FR"/>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33"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34"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35"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36" name="PlaceHolder 5"/>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B8DA528C-76DA-46AB-B6E4-D162DBFF9D23}" type="slidenum">
              <a:t>&lt;#&gt;</a:t>
            </a:fld>
          </a:p>
        </p:txBody>
      </p:sp>
      <p:sp>
        <p:nvSpPr>
          <p:cNvPr id="9" name="PlaceHolder 8"/>
          <p:cNvSpPr>
            <a:spLocks noGrp="1"/>
          </p:cNvSpPr>
          <p:nvPr>
            <p:ph type="dt" idx="4"/>
          </p:nvPr>
        </p:nvSpPr>
        <p:spPr/>
        <p:txBody>
          <a:bodyPr/>
          <a:p>
            <a:r>
              <a:rPr lang="fr-FR"/>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38" name="PlaceHolder 2"/>
          <p:cNvSpPr>
            <a:spLocks noGrp="1"/>
          </p:cNvSpPr>
          <p:nvPr>
            <p:ph/>
          </p:nvPr>
        </p:nvSpPr>
        <p:spPr>
          <a:xfrm>
            <a:off x="84132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39" name="PlaceHolder 3"/>
          <p:cNvSpPr>
            <a:spLocks noGrp="1"/>
          </p:cNvSpPr>
          <p:nvPr>
            <p:ph/>
          </p:nvPr>
        </p:nvSpPr>
        <p:spPr>
          <a:xfrm>
            <a:off x="238680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40" name="PlaceHolder 4"/>
          <p:cNvSpPr>
            <a:spLocks noGrp="1"/>
          </p:cNvSpPr>
          <p:nvPr>
            <p:ph/>
          </p:nvPr>
        </p:nvSpPr>
        <p:spPr>
          <a:xfrm>
            <a:off x="393264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41" name="PlaceHolder 5"/>
          <p:cNvSpPr>
            <a:spLocks noGrp="1"/>
          </p:cNvSpPr>
          <p:nvPr>
            <p:ph/>
          </p:nvPr>
        </p:nvSpPr>
        <p:spPr>
          <a:xfrm>
            <a:off x="84132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42" name="PlaceHolder 6"/>
          <p:cNvSpPr>
            <a:spLocks noGrp="1"/>
          </p:cNvSpPr>
          <p:nvPr>
            <p:ph/>
          </p:nvPr>
        </p:nvSpPr>
        <p:spPr>
          <a:xfrm>
            <a:off x="238680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43" name="PlaceHolder 7"/>
          <p:cNvSpPr>
            <a:spLocks noGrp="1"/>
          </p:cNvSpPr>
          <p:nvPr>
            <p:ph/>
          </p:nvPr>
        </p:nvSpPr>
        <p:spPr>
          <a:xfrm>
            <a:off x="393264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50822530-5A11-4F86-9132-0F3C172AB050}" type="slidenum">
              <a:t>&lt;#&gt;</a:t>
            </a:fld>
          </a:p>
        </p:txBody>
      </p:sp>
      <p:sp>
        <p:nvSpPr>
          <p:cNvPr id="11" name="PlaceHolder 10"/>
          <p:cNvSpPr>
            <a:spLocks noGrp="1"/>
          </p:cNvSpPr>
          <p:nvPr>
            <p:ph type="dt" idx="4"/>
          </p:nvPr>
        </p:nvSpPr>
        <p:spPr/>
        <p:txBody>
          <a:bodyPr/>
          <a:p>
            <a:r>
              <a:rPr lang="fr-FR"/>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BF0CF44B-707D-4EF6-92EF-D35934E1ABB1}" type="slidenum">
              <a:t>&lt;#&gt;</a:t>
            </a:fld>
          </a:p>
        </p:txBody>
      </p:sp>
      <p:sp>
        <p:nvSpPr>
          <p:cNvPr id="4" name="PlaceHolder 3"/>
          <p:cNvSpPr>
            <a:spLocks noGrp="1"/>
          </p:cNvSpPr>
          <p:nvPr>
            <p:ph type="dt" idx="7"/>
          </p:nvPr>
        </p:nvSpPr>
        <p:spPr/>
        <p:txBody>
          <a:bodyPr/>
          <a:p>
            <a:r>
              <a:rPr lang="fr-FR"/>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9"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60" name="PlaceHolder 2"/>
          <p:cNvSpPr>
            <a:spLocks noGrp="1"/>
          </p:cNvSpPr>
          <p:nvPr>
            <p:ph type="subTitle"/>
          </p:nvPr>
        </p:nvSpPr>
        <p:spPr>
          <a:xfrm>
            <a:off x="841320" y="1789200"/>
            <a:ext cx="4571640" cy="416628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892E596A-7CEF-460C-9C02-CEEBF321FB75}" type="slidenum">
              <a:t>&lt;#&gt;</a:t>
            </a:fld>
          </a:p>
        </p:txBody>
      </p:sp>
      <p:sp>
        <p:nvSpPr>
          <p:cNvPr id="6" name="PlaceHolder 5"/>
          <p:cNvSpPr>
            <a:spLocks noGrp="1"/>
          </p:cNvSpPr>
          <p:nvPr>
            <p:ph type="dt" idx="7"/>
          </p:nvPr>
        </p:nvSpPr>
        <p:spPr/>
        <p:txBody>
          <a:bodyPr/>
          <a:p>
            <a:r>
              <a:rPr lang="fr-FR"/>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62" name="PlaceHolder 2"/>
          <p:cNvSpPr>
            <a:spLocks noGrp="1"/>
          </p:cNvSpPr>
          <p:nvPr>
            <p:ph/>
          </p:nvPr>
        </p:nvSpPr>
        <p:spPr>
          <a:xfrm>
            <a:off x="841320" y="1789200"/>
            <a:ext cx="457164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9D148940-9B72-42E8-82F6-A3A231531A3B}" type="slidenum">
              <a:t>&lt;#&gt;</a:t>
            </a:fld>
          </a:p>
        </p:txBody>
      </p:sp>
      <p:sp>
        <p:nvSpPr>
          <p:cNvPr id="6" name="PlaceHolder 5"/>
          <p:cNvSpPr>
            <a:spLocks noGrp="1"/>
          </p:cNvSpPr>
          <p:nvPr>
            <p:ph type="dt" idx="7"/>
          </p:nvPr>
        </p:nvSpPr>
        <p:spPr/>
        <p:txBody>
          <a:bodyPr/>
          <a:p>
            <a:r>
              <a:rPr lang="fr-FR"/>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64"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65"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197E51A8-3C6B-488D-A1BD-3B8BDF8C1BBF}" type="slidenum">
              <a:t>&lt;#&gt;</a:t>
            </a:fld>
          </a:p>
        </p:txBody>
      </p:sp>
      <p:sp>
        <p:nvSpPr>
          <p:cNvPr id="7" name="PlaceHolder 6"/>
          <p:cNvSpPr>
            <a:spLocks noGrp="1"/>
          </p:cNvSpPr>
          <p:nvPr>
            <p:ph type="dt" idx="7"/>
          </p:nvPr>
        </p:nvSpPr>
        <p:spPr/>
        <p:txBody>
          <a:bodyPr/>
          <a:p>
            <a:r>
              <a:rPr lang="fr-FR"/>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6"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8EAAEAB0-B09E-4240-8095-5A0C3A3E2C41}" type="slidenum">
              <a:t>&lt;#&gt;</a:t>
            </a:fld>
          </a:p>
        </p:txBody>
      </p:sp>
      <p:sp>
        <p:nvSpPr>
          <p:cNvPr id="5" name="PlaceHolder 4"/>
          <p:cNvSpPr>
            <a:spLocks noGrp="1"/>
          </p:cNvSpPr>
          <p:nvPr>
            <p:ph type="dt" idx="7"/>
          </p:nvPr>
        </p:nvSpPr>
        <p:spPr/>
        <p:txBody>
          <a:bodyPr/>
          <a:p>
            <a:r>
              <a:rPr lang="fr-FR"/>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7" name="PlaceHolder 1"/>
          <p:cNvSpPr>
            <a:spLocks noGrp="1"/>
          </p:cNvSpPr>
          <p:nvPr>
            <p:ph type="subTitle"/>
          </p:nvPr>
        </p:nvSpPr>
        <p:spPr>
          <a:xfrm>
            <a:off x="841320" y="380880"/>
            <a:ext cx="4571640" cy="614412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9012391F-5807-45F1-8168-81C46FD5015F}" type="slidenum">
              <a:t>&lt;#&gt;</a:t>
            </a:fld>
          </a:p>
        </p:txBody>
      </p:sp>
      <p:sp>
        <p:nvSpPr>
          <p:cNvPr id="5" name="PlaceHolder 4"/>
          <p:cNvSpPr>
            <a:spLocks noGrp="1"/>
          </p:cNvSpPr>
          <p:nvPr>
            <p:ph type="dt" idx="7"/>
          </p:nvPr>
        </p:nvSpPr>
        <p:spPr/>
        <p:txBody>
          <a:bodyPr/>
          <a:p>
            <a:r>
              <a:rPr lang="fr-FR"/>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69"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70"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71"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32BABA7E-D1A6-43BE-A4E7-93950E9AEA89}" type="slidenum">
              <a:t>&lt;#&gt;</a:t>
            </a:fld>
          </a:p>
        </p:txBody>
      </p:sp>
      <p:sp>
        <p:nvSpPr>
          <p:cNvPr id="8" name="PlaceHolder 7"/>
          <p:cNvSpPr>
            <a:spLocks noGrp="1"/>
          </p:cNvSpPr>
          <p:nvPr>
            <p:ph type="dt" idx="7"/>
          </p:nvPr>
        </p:nvSpPr>
        <p:spPr/>
        <p:txBody>
          <a:bodyPr/>
          <a:p>
            <a:r>
              <a:rPr lang="fr-FR"/>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73"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74"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75" name="PlaceHolder 4"/>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153D78BA-56C0-491C-A383-9C5E5F828453}" type="slidenum">
              <a:t>&lt;#&gt;</a:t>
            </a:fld>
          </a:p>
        </p:txBody>
      </p:sp>
      <p:sp>
        <p:nvSpPr>
          <p:cNvPr id="8" name="PlaceHolder 7"/>
          <p:cNvSpPr>
            <a:spLocks noGrp="1"/>
          </p:cNvSpPr>
          <p:nvPr>
            <p:ph type="dt" idx="7"/>
          </p:nvPr>
        </p:nvSpPr>
        <p:spPr/>
        <p:txBody>
          <a:bodyPr/>
          <a:p>
            <a:r>
              <a:rPr lang="fr-FR"/>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77"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78"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79" name="PlaceHolder 4"/>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36CC3990-6BC7-4646-9C03-DA03EF35D1B4}" type="slidenum">
              <a:t>&lt;#&gt;</a:t>
            </a:fld>
          </a:p>
        </p:txBody>
      </p:sp>
      <p:sp>
        <p:nvSpPr>
          <p:cNvPr id="8" name="PlaceHolder 7"/>
          <p:cNvSpPr>
            <a:spLocks noGrp="1"/>
          </p:cNvSpPr>
          <p:nvPr>
            <p:ph type="dt" idx="7"/>
          </p:nvPr>
        </p:nvSpPr>
        <p:spPr/>
        <p:txBody>
          <a:bodyPr/>
          <a:p>
            <a:r>
              <a:rPr lang="fr-FR"/>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81" name="PlaceHolder 2"/>
          <p:cNvSpPr>
            <a:spLocks noGrp="1"/>
          </p:cNvSpPr>
          <p:nvPr>
            <p:ph/>
          </p:nvPr>
        </p:nvSpPr>
        <p:spPr>
          <a:xfrm>
            <a:off x="841320" y="17892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82" name="PlaceHolder 3"/>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548F7E08-FA16-48A4-8F80-F258D9E2BC75}" type="slidenum">
              <a:t>&lt;#&gt;</a:t>
            </a:fld>
          </a:p>
        </p:txBody>
      </p:sp>
      <p:sp>
        <p:nvSpPr>
          <p:cNvPr id="7" name="PlaceHolder 6"/>
          <p:cNvSpPr>
            <a:spLocks noGrp="1"/>
          </p:cNvSpPr>
          <p:nvPr>
            <p:ph type="dt" idx="7"/>
          </p:nvPr>
        </p:nvSpPr>
        <p:spPr/>
        <p:txBody>
          <a:bodyPr/>
          <a:p>
            <a:r>
              <a:rPr lang="fr-FR"/>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84"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85"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86"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87" name="PlaceHolder 5"/>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5352F9D6-60A5-44E3-A167-CE8DEA19A134}" type="slidenum">
              <a:t>&lt;#&gt;</a:t>
            </a:fld>
          </a:p>
        </p:txBody>
      </p:sp>
      <p:sp>
        <p:nvSpPr>
          <p:cNvPr id="9" name="PlaceHolder 8"/>
          <p:cNvSpPr>
            <a:spLocks noGrp="1"/>
          </p:cNvSpPr>
          <p:nvPr>
            <p:ph type="dt" idx="7"/>
          </p:nvPr>
        </p:nvSpPr>
        <p:spPr/>
        <p:txBody>
          <a:bodyPr/>
          <a:p>
            <a:r>
              <a:rPr lang="fr-FR"/>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189" name="PlaceHolder 2"/>
          <p:cNvSpPr>
            <a:spLocks noGrp="1"/>
          </p:cNvSpPr>
          <p:nvPr>
            <p:ph/>
          </p:nvPr>
        </p:nvSpPr>
        <p:spPr>
          <a:xfrm>
            <a:off x="84132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90" name="PlaceHolder 3"/>
          <p:cNvSpPr>
            <a:spLocks noGrp="1"/>
          </p:cNvSpPr>
          <p:nvPr>
            <p:ph/>
          </p:nvPr>
        </p:nvSpPr>
        <p:spPr>
          <a:xfrm>
            <a:off x="238680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91" name="PlaceHolder 4"/>
          <p:cNvSpPr>
            <a:spLocks noGrp="1"/>
          </p:cNvSpPr>
          <p:nvPr>
            <p:ph/>
          </p:nvPr>
        </p:nvSpPr>
        <p:spPr>
          <a:xfrm>
            <a:off x="393264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92" name="PlaceHolder 5"/>
          <p:cNvSpPr>
            <a:spLocks noGrp="1"/>
          </p:cNvSpPr>
          <p:nvPr>
            <p:ph/>
          </p:nvPr>
        </p:nvSpPr>
        <p:spPr>
          <a:xfrm>
            <a:off x="84132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93" name="PlaceHolder 6"/>
          <p:cNvSpPr>
            <a:spLocks noGrp="1"/>
          </p:cNvSpPr>
          <p:nvPr>
            <p:ph/>
          </p:nvPr>
        </p:nvSpPr>
        <p:spPr>
          <a:xfrm>
            <a:off x="238680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194" name="PlaceHolder 7"/>
          <p:cNvSpPr>
            <a:spLocks noGrp="1"/>
          </p:cNvSpPr>
          <p:nvPr>
            <p:ph/>
          </p:nvPr>
        </p:nvSpPr>
        <p:spPr>
          <a:xfrm>
            <a:off x="393264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392FA986-C819-48BF-B31A-0CCEE1F0923B}" type="slidenum">
              <a:t>&lt;#&gt;</a:t>
            </a:fld>
          </a:p>
        </p:txBody>
      </p:sp>
      <p:sp>
        <p:nvSpPr>
          <p:cNvPr id="11" name="PlaceHolder 10"/>
          <p:cNvSpPr>
            <a:spLocks noGrp="1"/>
          </p:cNvSpPr>
          <p:nvPr>
            <p:ph type="dt" idx="7"/>
          </p:nvPr>
        </p:nvSpPr>
        <p:spPr/>
        <p:txBody>
          <a:bodyPr/>
          <a:p>
            <a:r>
              <a:rPr lang="fr-FR"/>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AE380ACD-9778-44F2-9215-9947E0C79352}" type="slidenum">
              <a:t>&lt;#&gt;</a:t>
            </a:fld>
          </a:p>
        </p:txBody>
      </p:sp>
      <p:sp>
        <p:nvSpPr>
          <p:cNvPr id="4" name="PlaceHolder 3"/>
          <p:cNvSpPr>
            <a:spLocks noGrp="1"/>
          </p:cNvSpPr>
          <p:nvPr>
            <p:ph type="dt" idx="10"/>
          </p:nvPr>
        </p:nvSpPr>
        <p:spPr/>
        <p:txBody>
          <a:bodyPr/>
          <a:p>
            <a:r>
              <a:rPr lang="fr-FR"/>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1"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02" name="PlaceHolder 2"/>
          <p:cNvSpPr>
            <a:spLocks noGrp="1"/>
          </p:cNvSpPr>
          <p:nvPr>
            <p:ph type="subTitle"/>
          </p:nvPr>
        </p:nvSpPr>
        <p:spPr>
          <a:xfrm>
            <a:off x="841320" y="1789200"/>
            <a:ext cx="4571640" cy="416628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320659C-DBD7-4762-A1DE-3331EBBDC9BE}"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04" name="PlaceHolder 2"/>
          <p:cNvSpPr>
            <a:spLocks noGrp="1"/>
          </p:cNvSpPr>
          <p:nvPr>
            <p:ph/>
          </p:nvPr>
        </p:nvSpPr>
        <p:spPr>
          <a:xfrm>
            <a:off x="841320" y="1789200"/>
            <a:ext cx="457164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D7409F5A-077E-4052-8F22-26042FAB1AD0}"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06"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07"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8BC04ED2-55D9-4A81-BB08-1657BEBAA56D}" type="slidenum">
              <a:t>&lt;#&gt;</a:t>
            </a:fld>
          </a:p>
        </p:txBody>
      </p:sp>
      <p:sp>
        <p:nvSpPr>
          <p:cNvPr id="7" name="PlaceHolder 6"/>
          <p:cNvSpPr>
            <a:spLocks noGrp="1"/>
          </p:cNvSpPr>
          <p:nvPr>
            <p:ph type="dt" idx="10"/>
          </p:nvPr>
        </p:nvSpPr>
        <p:spPr/>
        <p:txBody>
          <a:bodyPr/>
          <a:p>
            <a:r>
              <a:rPr lang="fr-FR"/>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9B387895-FCFB-4D6D-9C50-A5031E98002B}" type="slidenum">
              <a:t>&lt;#&gt;</a:t>
            </a:fld>
          </a:p>
        </p:txBody>
      </p:sp>
      <p:sp>
        <p:nvSpPr>
          <p:cNvPr id="5" name="PlaceHolder 4"/>
          <p:cNvSpPr>
            <a:spLocks noGrp="1"/>
          </p:cNvSpPr>
          <p:nvPr>
            <p:ph type="dt" idx="10"/>
          </p:nvPr>
        </p:nvSpPr>
        <p:spPr/>
        <p:txBody>
          <a:bodyPr/>
          <a:p>
            <a:r>
              <a:rPr lang="fr-FR"/>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9" name="PlaceHolder 1"/>
          <p:cNvSpPr>
            <a:spLocks noGrp="1"/>
          </p:cNvSpPr>
          <p:nvPr>
            <p:ph type="subTitle"/>
          </p:nvPr>
        </p:nvSpPr>
        <p:spPr>
          <a:xfrm>
            <a:off x="841320" y="380880"/>
            <a:ext cx="4571640" cy="6144120"/>
          </a:xfrm>
          <a:prstGeom prst="rect">
            <a:avLst/>
          </a:prstGeom>
          <a:noFill/>
          <a:ln w="0">
            <a:noFill/>
          </a:ln>
        </p:spPr>
        <p:txBody>
          <a:bodyPr lIns="0" rIns="0" tIns="0" bIns="0" anchor="ctr">
            <a:noAutofit/>
          </a:bodyPr>
          <a:p>
            <a:pPr algn="ctr">
              <a:buNone/>
            </a:pPr>
            <a:endParaRPr b="0" lang="fr-FR"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0F252E39-89E3-4ED3-A04D-6FC883FC3FF2}" type="slidenum">
              <a:t>&lt;#&gt;</a:t>
            </a:fld>
          </a:p>
        </p:txBody>
      </p:sp>
      <p:sp>
        <p:nvSpPr>
          <p:cNvPr id="5" name="PlaceHolder 4"/>
          <p:cNvSpPr>
            <a:spLocks noGrp="1"/>
          </p:cNvSpPr>
          <p:nvPr>
            <p:ph type="dt" idx="10"/>
          </p:nvPr>
        </p:nvSpPr>
        <p:spPr/>
        <p:txBody>
          <a:bodyPr/>
          <a:p>
            <a:r>
              <a:rPr lang="fr-FR"/>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11"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12" name="PlaceHolder 3"/>
          <p:cNvSpPr>
            <a:spLocks noGrp="1"/>
          </p:cNvSpPr>
          <p:nvPr>
            <p:ph/>
          </p:nvPr>
        </p:nvSpPr>
        <p:spPr>
          <a:xfrm>
            <a:off x="318420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13"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959E2A1-A33D-47E8-816A-0E2413FAA1D8}" type="slidenum">
              <a:t>&lt;#&gt;</a:t>
            </a:fld>
          </a:p>
        </p:txBody>
      </p:sp>
      <p:sp>
        <p:nvSpPr>
          <p:cNvPr id="8" name="PlaceHolder 7"/>
          <p:cNvSpPr>
            <a:spLocks noGrp="1"/>
          </p:cNvSpPr>
          <p:nvPr>
            <p:ph type="dt" idx="10"/>
          </p:nvPr>
        </p:nvSpPr>
        <p:spPr/>
        <p:txBody>
          <a:bodyPr/>
          <a:p>
            <a:r>
              <a:rPr lang="fr-FR"/>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15" name="PlaceHolder 2"/>
          <p:cNvSpPr>
            <a:spLocks noGrp="1"/>
          </p:cNvSpPr>
          <p:nvPr>
            <p:ph/>
          </p:nvPr>
        </p:nvSpPr>
        <p:spPr>
          <a:xfrm>
            <a:off x="841320" y="1789200"/>
            <a:ext cx="2230920" cy="416628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16"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17" name="PlaceHolder 4"/>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4888610C-C27B-4599-8F90-1C63294ED14C}" type="slidenum">
              <a:t>&lt;#&gt;</a:t>
            </a:fld>
          </a:p>
        </p:txBody>
      </p:sp>
      <p:sp>
        <p:nvSpPr>
          <p:cNvPr id="8" name="PlaceHolder 7"/>
          <p:cNvSpPr>
            <a:spLocks noGrp="1"/>
          </p:cNvSpPr>
          <p:nvPr>
            <p:ph type="dt" idx="10"/>
          </p:nvPr>
        </p:nvSpPr>
        <p:spPr/>
        <p:txBody>
          <a:bodyPr/>
          <a:p>
            <a:r>
              <a:rPr lang="fr-FR"/>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19"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20"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21" name="PlaceHolder 4"/>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F4F1DE96-4064-48DB-8495-605C8158A5C3}" type="slidenum">
              <a:t>&lt;#&gt;</a:t>
            </a:fld>
          </a:p>
        </p:txBody>
      </p:sp>
      <p:sp>
        <p:nvSpPr>
          <p:cNvPr id="8" name="PlaceHolder 7"/>
          <p:cNvSpPr>
            <a:spLocks noGrp="1"/>
          </p:cNvSpPr>
          <p:nvPr>
            <p:ph type="dt" idx="10"/>
          </p:nvPr>
        </p:nvSpPr>
        <p:spPr/>
        <p:txBody>
          <a:bodyPr/>
          <a:p>
            <a:r>
              <a:rPr lang="fr-FR"/>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23" name="PlaceHolder 2"/>
          <p:cNvSpPr>
            <a:spLocks noGrp="1"/>
          </p:cNvSpPr>
          <p:nvPr>
            <p:ph/>
          </p:nvPr>
        </p:nvSpPr>
        <p:spPr>
          <a:xfrm>
            <a:off x="841320" y="17892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24" name="PlaceHolder 3"/>
          <p:cNvSpPr>
            <a:spLocks noGrp="1"/>
          </p:cNvSpPr>
          <p:nvPr>
            <p:ph/>
          </p:nvPr>
        </p:nvSpPr>
        <p:spPr>
          <a:xfrm>
            <a:off x="841320" y="3965400"/>
            <a:ext cx="457164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7DFDE1F-1349-454D-B132-A212A305CFB5}" type="slidenum">
              <a:t>&lt;#&gt;</a:t>
            </a:fld>
          </a:p>
        </p:txBody>
      </p:sp>
      <p:sp>
        <p:nvSpPr>
          <p:cNvPr id="7" name="PlaceHolder 6"/>
          <p:cNvSpPr>
            <a:spLocks noGrp="1"/>
          </p:cNvSpPr>
          <p:nvPr>
            <p:ph type="dt" idx="10"/>
          </p:nvPr>
        </p:nvSpPr>
        <p:spPr/>
        <p:txBody>
          <a:bodyPr/>
          <a:p>
            <a:r>
              <a:rPr lang="fr-FR"/>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26" name="PlaceHolder 2"/>
          <p:cNvSpPr>
            <a:spLocks noGrp="1"/>
          </p:cNvSpPr>
          <p:nvPr>
            <p:ph/>
          </p:nvPr>
        </p:nvSpPr>
        <p:spPr>
          <a:xfrm>
            <a:off x="84132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27" name="PlaceHolder 3"/>
          <p:cNvSpPr>
            <a:spLocks noGrp="1"/>
          </p:cNvSpPr>
          <p:nvPr>
            <p:ph/>
          </p:nvPr>
        </p:nvSpPr>
        <p:spPr>
          <a:xfrm>
            <a:off x="3184200" y="17892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28" name="PlaceHolder 4"/>
          <p:cNvSpPr>
            <a:spLocks noGrp="1"/>
          </p:cNvSpPr>
          <p:nvPr>
            <p:ph/>
          </p:nvPr>
        </p:nvSpPr>
        <p:spPr>
          <a:xfrm>
            <a:off x="84132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29" name="PlaceHolder 5"/>
          <p:cNvSpPr>
            <a:spLocks noGrp="1"/>
          </p:cNvSpPr>
          <p:nvPr>
            <p:ph/>
          </p:nvPr>
        </p:nvSpPr>
        <p:spPr>
          <a:xfrm>
            <a:off x="3184200" y="3965400"/>
            <a:ext cx="223092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61DFD359-6B6B-47C9-A446-B8FB0FD244DA}" type="slidenum">
              <a:t>&lt;#&gt;</a:t>
            </a:fld>
          </a:p>
        </p:txBody>
      </p:sp>
      <p:sp>
        <p:nvSpPr>
          <p:cNvPr id="9" name="PlaceHolder 8"/>
          <p:cNvSpPr>
            <a:spLocks noGrp="1"/>
          </p:cNvSpPr>
          <p:nvPr>
            <p:ph type="dt" idx="10"/>
          </p:nvPr>
        </p:nvSpPr>
        <p:spPr/>
        <p:txBody>
          <a:bodyPr/>
          <a:p>
            <a:r>
              <a:rPr lang="fr-FR"/>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841320" y="380880"/>
            <a:ext cx="4571640" cy="1325160"/>
          </a:xfrm>
          <a:prstGeom prst="rect">
            <a:avLst/>
          </a:prstGeom>
          <a:noFill/>
          <a:ln w="0">
            <a:noFill/>
          </a:ln>
        </p:spPr>
        <p:txBody>
          <a:bodyPr lIns="0" rIns="0" tIns="0" bIns="0" anchor="ctr">
            <a:noAutofit/>
          </a:bodyPr>
          <a:p>
            <a:endParaRPr b="0" lang="fr-FR" sz="1800" spc="-1" strike="noStrike">
              <a:solidFill>
                <a:srgbClr val="000000"/>
              </a:solidFill>
              <a:latin typeface="Avenir Next LT Pro Light"/>
            </a:endParaRPr>
          </a:p>
        </p:txBody>
      </p:sp>
      <p:sp>
        <p:nvSpPr>
          <p:cNvPr id="231" name="PlaceHolder 2"/>
          <p:cNvSpPr>
            <a:spLocks noGrp="1"/>
          </p:cNvSpPr>
          <p:nvPr>
            <p:ph/>
          </p:nvPr>
        </p:nvSpPr>
        <p:spPr>
          <a:xfrm>
            <a:off x="84132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32" name="PlaceHolder 3"/>
          <p:cNvSpPr>
            <a:spLocks noGrp="1"/>
          </p:cNvSpPr>
          <p:nvPr>
            <p:ph/>
          </p:nvPr>
        </p:nvSpPr>
        <p:spPr>
          <a:xfrm>
            <a:off x="238680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33" name="PlaceHolder 4"/>
          <p:cNvSpPr>
            <a:spLocks noGrp="1"/>
          </p:cNvSpPr>
          <p:nvPr>
            <p:ph/>
          </p:nvPr>
        </p:nvSpPr>
        <p:spPr>
          <a:xfrm>
            <a:off x="3932640" y="17892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34" name="PlaceHolder 5"/>
          <p:cNvSpPr>
            <a:spLocks noGrp="1"/>
          </p:cNvSpPr>
          <p:nvPr>
            <p:ph/>
          </p:nvPr>
        </p:nvSpPr>
        <p:spPr>
          <a:xfrm>
            <a:off x="84132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35" name="PlaceHolder 6"/>
          <p:cNvSpPr>
            <a:spLocks noGrp="1"/>
          </p:cNvSpPr>
          <p:nvPr>
            <p:ph/>
          </p:nvPr>
        </p:nvSpPr>
        <p:spPr>
          <a:xfrm>
            <a:off x="238680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236" name="PlaceHolder 7"/>
          <p:cNvSpPr>
            <a:spLocks noGrp="1"/>
          </p:cNvSpPr>
          <p:nvPr>
            <p:ph/>
          </p:nvPr>
        </p:nvSpPr>
        <p:spPr>
          <a:xfrm>
            <a:off x="3932640" y="3965400"/>
            <a:ext cx="1471680" cy="1987200"/>
          </a:xfrm>
          <a:prstGeom prst="rect">
            <a:avLst/>
          </a:prstGeom>
          <a:noFill/>
          <a:ln w="0">
            <a:noFill/>
          </a:ln>
        </p:spPr>
        <p:txBody>
          <a:bodyPr lIns="0" rIns="0" tIns="0" bIns="0" anchor="t">
            <a:normAutofit/>
          </a:bodyPr>
          <a:p>
            <a:pPr>
              <a:lnSpc>
                <a:spcPct val="90000"/>
              </a:lnSpc>
              <a:spcBef>
                <a:spcPts val="1417"/>
              </a:spcBef>
              <a:buNone/>
            </a:pPr>
            <a:endParaRPr b="0" lang="fr-FR" sz="2800" spc="-1" strike="noStrike">
              <a:solidFill>
                <a:srgbClr val="404040"/>
              </a:solidFill>
              <a:latin typeface="Avenir Next LT Pro Light"/>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BEA0BD3F-7860-4049-9494-5DB0BEF04232}" type="slidenum">
              <a:t>&lt;#&gt;</a:t>
            </a:fld>
          </a:p>
        </p:txBody>
      </p:sp>
      <p:sp>
        <p:nvSpPr>
          <p:cNvPr id="11" name="PlaceHolder 10"/>
          <p:cNvSpPr>
            <a:spLocks noGrp="1"/>
          </p:cNvSpPr>
          <p:nvPr>
            <p:ph type="dt" idx="10"/>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80880" y="4814280"/>
            <a:ext cx="11429640" cy="914040"/>
          </a:xfrm>
          <a:prstGeom prst="rect">
            <a:avLst/>
          </a:prstGeom>
          <a:noFill/>
          <a:ln w="0">
            <a:noFill/>
          </a:ln>
        </p:spPr>
        <p:txBody>
          <a:bodyPr anchor="b">
            <a:normAutofit fontScale="68000"/>
          </a:bodyPr>
          <a:p>
            <a:pPr algn="ctr">
              <a:lnSpc>
                <a:spcPct val="90000"/>
              </a:lnSpc>
              <a:buNone/>
            </a:pPr>
            <a:r>
              <a:rPr b="0" lang="fr-FR" sz="4400" spc="29" strike="noStrike" cap="all">
                <a:solidFill>
                  <a:srgbClr val="404040"/>
                </a:solidFill>
                <a:latin typeface="Century Gothic"/>
              </a:rPr>
              <a:t>Cliquez pour modifier le style du titre du masque</a:t>
            </a:r>
            <a:endParaRPr b="0" lang="fr-FR" sz="4400" spc="-1" strike="noStrike">
              <a:solidFill>
                <a:srgbClr val="000000"/>
              </a:solidFill>
              <a:latin typeface="Avenir Next LT Pro Light"/>
            </a:endParaRPr>
          </a:p>
        </p:txBody>
      </p:sp>
      <p:sp>
        <p:nvSpPr>
          <p:cNvPr id="1" name="PlaceHolder 2"/>
          <p:cNvSpPr>
            <a:spLocks noGrp="1"/>
          </p:cNvSpPr>
          <p:nvPr>
            <p:ph type="body"/>
          </p:nvPr>
        </p:nvSpPr>
        <p:spPr>
          <a:xfrm>
            <a:off x="0" y="0"/>
            <a:ext cx="2971440" cy="4498560"/>
          </a:xfrm>
          <a:prstGeom prst="rect">
            <a:avLst/>
          </a:prstGeom>
          <a:solidFill>
            <a:srgbClr val="f2a74b"/>
          </a:solidFill>
          <a:ln w="0">
            <a:noFill/>
          </a:ln>
        </p:spPr>
        <p:txBody>
          <a:bodyPr lIns="90000" rIns="90000" tIns="45000" bIns="45000" anchor="t">
            <a:normAutofit/>
          </a:bodyPr>
          <a:p>
            <a:pPr>
              <a:lnSpc>
                <a:spcPct val="100000"/>
              </a:lnSpc>
              <a:buNone/>
            </a:pPr>
            <a:r>
              <a:rPr b="0" lang="fr-FR" sz="2000" spc="-1" strike="noStrike">
                <a:solidFill>
                  <a:srgbClr val="000000"/>
                </a:solidFill>
                <a:latin typeface="Avenir Next LT Pro Light"/>
              </a:rPr>
              <a:t>Cliquez sur l'icône pour ajouter une image</a:t>
            </a:r>
            <a:endParaRPr b="0" lang="fr-FR" sz="2000" spc="-1" strike="noStrike">
              <a:solidFill>
                <a:srgbClr val="404040"/>
              </a:solidFill>
              <a:latin typeface="Avenir Next LT Pro Light"/>
            </a:endParaRPr>
          </a:p>
        </p:txBody>
      </p:sp>
      <p:sp>
        <p:nvSpPr>
          <p:cNvPr id="2" name="PlaceHolder 3"/>
          <p:cNvSpPr>
            <a:spLocks noGrp="1"/>
          </p:cNvSpPr>
          <p:nvPr>
            <p:ph type="body"/>
          </p:nvPr>
        </p:nvSpPr>
        <p:spPr>
          <a:xfrm>
            <a:off x="3088800" y="0"/>
            <a:ext cx="2971440" cy="4498560"/>
          </a:xfrm>
          <a:prstGeom prst="rect">
            <a:avLst/>
          </a:prstGeom>
          <a:solidFill>
            <a:srgbClr val="f2a74b"/>
          </a:solidFill>
          <a:ln w="0">
            <a:noFill/>
          </a:ln>
        </p:spPr>
        <p:txBody>
          <a:bodyPr lIns="90000" rIns="90000" tIns="45000" bIns="45000" anchor="t">
            <a:normAutofit/>
          </a:bodyPr>
          <a:p>
            <a:pPr>
              <a:lnSpc>
                <a:spcPct val="100000"/>
              </a:lnSpc>
              <a:buNone/>
            </a:pPr>
            <a:r>
              <a:rPr b="0" lang="fr-FR" sz="2000" spc="-1" strike="noStrike">
                <a:solidFill>
                  <a:srgbClr val="000000"/>
                </a:solidFill>
                <a:latin typeface="Avenir Next LT Pro Light"/>
              </a:rPr>
              <a:t>Cliquez sur l'icône pour ajouter une image</a:t>
            </a:r>
            <a:endParaRPr b="0" lang="fr-FR" sz="2000" spc="-1" strike="noStrike">
              <a:solidFill>
                <a:srgbClr val="404040"/>
              </a:solidFill>
              <a:latin typeface="Avenir Next LT Pro Light"/>
            </a:endParaRPr>
          </a:p>
        </p:txBody>
      </p:sp>
      <p:sp>
        <p:nvSpPr>
          <p:cNvPr id="3" name="PlaceHolder 4"/>
          <p:cNvSpPr>
            <a:spLocks noGrp="1"/>
          </p:cNvSpPr>
          <p:nvPr>
            <p:ph type="body"/>
          </p:nvPr>
        </p:nvSpPr>
        <p:spPr>
          <a:xfrm>
            <a:off x="6177240" y="0"/>
            <a:ext cx="2971440" cy="4498560"/>
          </a:xfrm>
          <a:prstGeom prst="rect">
            <a:avLst/>
          </a:prstGeom>
          <a:solidFill>
            <a:srgbClr val="f2a74b"/>
          </a:solidFill>
          <a:ln w="0">
            <a:noFill/>
          </a:ln>
        </p:spPr>
        <p:txBody>
          <a:bodyPr lIns="90000" rIns="90000" tIns="45000" bIns="45000" anchor="t">
            <a:normAutofit/>
          </a:bodyPr>
          <a:p>
            <a:pPr>
              <a:lnSpc>
                <a:spcPct val="100000"/>
              </a:lnSpc>
              <a:buNone/>
            </a:pPr>
            <a:r>
              <a:rPr b="0" lang="fr-FR" sz="2000" spc="-1" strike="noStrike">
                <a:solidFill>
                  <a:srgbClr val="000000"/>
                </a:solidFill>
                <a:latin typeface="Avenir Next LT Pro Light"/>
              </a:rPr>
              <a:t>Cliquez sur l'icône pour ajouter une image</a:t>
            </a:r>
            <a:endParaRPr b="0" lang="fr-FR" sz="2000" spc="-1" strike="noStrike">
              <a:solidFill>
                <a:srgbClr val="404040"/>
              </a:solidFill>
              <a:latin typeface="Avenir Next LT Pro Light"/>
            </a:endParaRPr>
          </a:p>
        </p:txBody>
      </p:sp>
      <p:sp>
        <p:nvSpPr>
          <p:cNvPr id="4" name="PlaceHolder 5"/>
          <p:cNvSpPr>
            <a:spLocks noGrp="1"/>
          </p:cNvSpPr>
          <p:nvPr>
            <p:ph type="body"/>
          </p:nvPr>
        </p:nvSpPr>
        <p:spPr>
          <a:xfrm>
            <a:off x="9266040" y="0"/>
            <a:ext cx="2971440" cy="4498560"/>
          </a:xfrm>
          <a:prstGeom prst="rect">
            <a:avLst/>
          </a:prstGeom>
          <a:solidFill>
            <a:srgbClr val="f2a74b"/>
          </a:solidFill>
          <a:ln w="0">
            <a:noFill/>
          </a:ln>
        </p:spPr>
        <p:txBody>
          <a:bodyPr lIns="90000" rIns="90000" tIns="45000" bIns="45000" anchor="t">
            <a:normAutofit/>
          </a:bodyPr>
          <a:p>
            <a:pPr>
              <a:lnSpc>
                <a:spcPct val="100000"/>
              </a:lnSpc>
              <a:buNone/>
            </a:pPr>
            <a:r>
              <a:rPr b="0" lang="fr-FR" sz="2000" spc="-1" strike="noStrike">
                <a:solidFill>
                  <a:srgbClr val="000000"/>
                </a:solidFill>
                <a:latin typeface="Avenir Next LT Pro Light"/>
              </a:rPr>
              <a:t>Cliquez sur l'icône pour ajouter une image</a:t>
            </a:r>
            <a:endParaRPr b="0" lang="fr-FR" sz="2000" spc="-1" strike="noStrike">
              <a:solidFill>
                <a:srgbClr val="404040"/>
              </a:solidFill>
              <a:latin typeface="Avenir Next LT Pro Light"/>
            </a:endParaRPr>
          </a:p>
        </p:txBody>
      </p:sp>
      <p:grpSp>
        <p:nvGrpSpPr>
          <p:cNvPr id="5" name="En bas à droite"/>
          <p:cNvGrpSpPr/>
          <p:nvPr/>
        </p:nvGrpSpPr>
        <p:grpSpPr>
          <a:xfrm>
            <a:off x="-360" y="4222440"/>
            <a:ext cx="4571640" cy="2635200"/>
            <a:chOff x="-360" y="4222440"/>
            <a:chExt cx="4571640" cy="2635200"/>
          </a:xfrm>
        </p:grpSpPr>
        <p:grpSp>
          <p:nvGrpSpPr>
            <p:cNvPr id="6" name="Graphisme 157"/>
            <p:cNvGrpSpPr/>
            <p:nvPr/>
          </p:nvGrpSpPr>
          <p:grpSpPr>
            <a:xfrm>
              <a:off x="-360" y="4222440"/>
              <a:ext cx="3831120" cy="2635200"/>
              <a:chOff x="-360" y="4222440"/>
              <a:chExt cx="3831120" cy="2635200"/>
            </a:xfrm>
          </p:grpSpPr>
          <p:sp>
            <p:nvSpPr>
              <p:cNvPr id="7" name="Forme libre : Forme 24"/>
              <p:cNvSpPr/>
              <p:nvPr/>
            </p:nvSpPr>
            <p:spPr>
              <a:xfrm flipH="1">
                <a:off x="14040" y="4222440"/>
                <a:ext cx="3816720" cy="2623320"/>
              </a:xfrm>
              <a:custGeom>
                <a:avLst/>
                <a:gdLst/>
                <a:ah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cap="rnd" w="9525">
                <a:solidFill>
                  <a:srgbClr val="41a6a6">
                    <a:alpha val="35000"/>
                  </a:srgbClr>
                </a:solidFill>
                <a:prstDash val="lgDash"/>
                <a:round/>
              </a:ln>
            </p:spPr>
            <p:style>
              <a:lnRef idx="0"/>
              <a:fillRef idx="0"/>
              <a:effectRef idx="0"/>
              <a:fontRef idx="minor"/>
            </p:style>
          </p:sp>
          <p:sp>
            <p:nvSpPr>
              <p:cNvPr id="8" name="Forme libre : Forme 25"/>
              <p:cNvSpPr/>
              <p:nvPr/>
            </p:nvSpPr>
            <p:spPr>
              <a:xfrm flipH="1">
                <a:off x="14400" y="4892040"/>
                <a:ext cx="3544560" cy="1963080"/>
              </a:xfrm>
              <a:custGeom>
                <a:avLst/>
                <a:gdLst/>
                <a:ah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cap="rnd" w="9525">
                <a:solidFill>
                  <a:srgbClr val="41a6a6">
                    <a:alpha val="35000"/>
                  </a:srgbClr>
                </a:solidFill>
                <a:prstDash val="lgDash"/>
                <a:round/>
              </a:ln>
            </p:spPr>
            <p:style>
              <a:lnRef idx="0"/>
              <a:fillRef idx="0"/>
              <a:effectRef idx="0"/>
              <a:fontRef idx="minor"/>
            </p:style>
          </p:sp>
          <p:sp>
            <p:nvSpPr>
              <p:cNvPr id="9" name="Forme libre : Forme 26"/>
              <p:cNvSpPr/>
              <p:nvPr/>
            </p:nvSpPr>
            <p:spPr>
              <a:xfrm flipH="1">
                <a:off x="-720" y="6725160"/>
                <a:ext cx="276120" cy="130680"/>
              </a:xfrm>
              <a:custGeom>
                <a:avLst/>
                <a:gdLst/>
                <a:ahLst/>
                <a:rect l="l" t="t" r="r" b="b"/>
                <a:pathLst>
                  <a:path w="285940" h="199072">
                    <a:moveTo>
                      <a:pt x="0" y="199073"/>
                    </a:moveTo>
                    <a:cubicBezTo>
                      <a:pt x="0" y="199073"/>
                      <a:pt x="242125" y="39243"/>
                      <a:pt x="285940" y="0"/>
                    </a:cubicBezTo>
                  </a:path>
                </a:pathLst>
              </a:custGeom>
              <a:noFill/>
              <a:ln cap="rnd" w="9525">
                <a:solidFill>
                  <a:srgbClr val="41a6a6">
                    <a:alpha val="35000"/>
                  </a:srgbClr>
                </a:solidFill>
                <a:prstDash val="lgDash"/>
                <a:round/>
              </a:ln>
            </p:spPr>
            <p:style>
              <a:lnRef idx="0"/>
              <a:fillRef idx="0"/>
              <a:effectRef idx="0"/>
              <a:fontRef idx="minor"/>
            </p:style>
          </p:sp>
          <p:sp>
            <p:nvSpPr>
              <p:cNvPr id="10" name="Forme libre : Forme 30"/>
              <p:cNvSpPr/>
              <p:nvPr/>
            </p:nvSpPr>
            <p:spPr>
              <a:xfrm flipH="1">
                <a:off x="25920" y="6607080"/>
                <a:ext cx="633960" cy="250200"/>
              </a:xfrm>
              <a:custGeom>
                <a:avLst/>
                <a:gdLst/>
                <a:ahLst/>
                <a:rect l="l" t="t" r="r" b="b"/>
                <a:pathLst>
                  <a:path w="655796" h="381190">
                    <a:moveTo>
                      <a:pt x="0" y="381190"/>
                    </a:moveTo>
                    <a:cubicBezTo>
                      <a:pt x="0" y="381190"/>
                      <a:pt x="461105" y="172117"/>
                      <a:pt x="655796" y="0"/>
                    </a:cubicBezTo>
                  </a:path>
                </a:pathLst>
              </a:custGeom>
              <a:noFill/>
              <a:ln cap="rnd" w="9525">
                <a:solidFill>
                  <a:srgbClr val="41a6a6">
                    <a:alpha val="35000"/>
                  </a:srgbClr>
                </a:solidFill>
                <a:prstDash val="lgDash"/>
                <a:round/>
              </a:ln>
            </p:spPr>
            <p:style>
              <a:lnRef idx="0"/>
              <a:fillRef idx="0"/>
              <a:effectRef idx="0"/>
              <a:fontRef idx="minor"/>
            </p:style>
          </p:sp>
          <p:sp>
            <p:nvSpPr>
              <p:cNvPr id="11" name="Forme libre : Forme 31"/>
              <p:cNvSpPr/>
              <p:nvPr/>
            </p:nvSpPr>
            <p:spPr>
              <a:xfrm flipH="1">
                <a:off x="13680" y="5829840"/>
                <a:ext cx="2811240" cy="1015560"/>
              </a:xfrm>
              <a:custGeom>
                <a:avLst/>
                <a:gdLst/>
                <a:ah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cap="rnd" w="9525">
                <a:solidFill>
                  <a:srgbClr val="41a6a6">
                    <a:alpha val="35000"/>
                  </a:srgbClr>
                </a:solidFill>
                <a:prstDash val="lgDash"/>
                <a:round/>
              </a:ln>
            </p:spPr>
            <p:style>
              <a:lnRef idx="0"/>
              <a:fillRef idx="0"/>
              <a:effectRef idx="0"/>
              <a:fontRef idx="minor"/>
            </p:style>
          </p:sp>
          <p:sp>
            <p:nvSpPr>
              <p:cNvPr id="12" name="Forme libre : Forme 32"/>
              <p:cNvSpPr/>
              <p:nvPr/>
            </p:nvSpPr>
            <p:spPr>
              <a:xfrm flipH="1">
                <a:off x="0" y="5573880"/>
                <a:ext cx="3063600" cy="1283760"/>
              </a:xfrm>
              <a:custGeom>
                <a:avLst/>
                <a:gdLst/>
                <a:ah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cap="rnd" w="9525">
                <a:solidFill>
                  <a:srgbClr val="41a6a6">
                    <a:alpha val="35000"/>
                  </a:srgbClr>
                </a:solidFill>
                <a:prstDash val="lgDash"/>
                <a:round/>
              </a:ln>
            </p:spPr>
            <p:style>
              <a:lnRef idx="0"/>
              <a:fillRef idx="0"/>
              <a:effectRef idx="0"/>
              <a:fontRef idx="minor"/>
            </p:style>
          </p:sp>
          <p:sp>
            <p:nvSpPr>
              <p:cNvPr id="13" name="Forme libre : Forme 36"/>
              <p:cNvSpPr/>
              <p:nvPr/>
            </p:nvSpPr>
            <p:spPr>
              <a:xfrm flipH="1">
                <a:off x="13680" y="5243760"/>
                <a:ext cx="3246120" cy="1612080"/>
              </a:xfrm>
              <a:custGeom>
                <a:avLst/>
                <a:gdLst/>
                <a:ah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cap="rnd" w="9525">
                <a:solidFill>
                  <a:srgbClr val="41a6a6">
                    <a:alpha val="35000"/>
                  </a:srgbClr>
                </a:solidFill>
                <a:prstDash val="lgDash"/>
                <a:round/>
              </a:ln>
            </p:spPr>
            <p:style>
              <a:lnRef idx="0"/>
              <a:fillRef idx="0"/>
              <a:effectRef idx="0"/>
              <a:fontRef idx="minor"/>
            </p:style>
          </p:sp>
        </p:grpSp>
        <p:sp>
          <p:nvSpPr>
            <p:cNvPr id="14" name="Forme libre : Forme 23"/>
            <p:cNvSpPr/>
            <p:nvPr/>
          </p:nvSpPr>
          <p:spPr>
            <a:xfrm flipH="1">
              <a:off x="-720" y="5635800"/>
              <a:ext cx="4571640" cy="1221840"/>
            </a:xfrm>
            <a:custGeom>
              <a:avLst/>
              <a:gdLst/>
              <a:ah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51" name="En haut à droite"/>
          <p:cNvGrpSpPr/>
          <p:nvPr/>
        </p:nvGrpSpPr>
        <p:grpSpPr>
          <a:xfrm>
            <a:off x="1975680" y="2702520"/>
            <a:ext cx="2062080" cy="4155480"/>
            <a:chOff x="1975680" y="2702520"/>
            <a:chExt cx="2062080" cy="4155480"/>
          </a:xfrm>
        </p:grpSpPr>
        <p:sp>
          <p:nvSpPr>
            <p:cNvPr id="52" name="Forme libre : Forme 10"/>
            <p:cNvSpPr/>
            <p:nvPr/>
          </p:nvSpPr>
          <p:spPr>
            <a:xfrm rot="10800000">
              <a:off x="1975680" y="2702520"/>
              <a:ext cx="2054160" cy="4155480"/>
            </a:xfrm>
            <a:custGeom>
              <a:avLst/>
              <a:gdLst/>
              <a:ah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cap="rnd" w="9525">
              <a:solidFill>
                <a:srgbClr val="41a6a6">
                  <a:alpha val="50000"/>
                </a:srgbClr>
              </a:solidFill>
              <a:prstDash val="lgDash"/>
              <a:round/>
            </a:ln>
          </p:spPr>
          <p:style>
            <a:lnRef idx="0"/>
            <a:fillRef idx="0"/>
            <a:effectRef idx="0"/>
            <a:fontRef idx="minor"/>
          </p:style>
        </p:sp>
        <p:sp>
          <p:nvSpPr>
            <p:cNvPr id="53" name="Forme libre : Forme 11"/>
            <p:cNvSpPr/>
            <p:nvPr/>
          </p:nvSpPr>
          <p:spPr>
            <a:xfrm rot="10800000">
              <a:off x="2182320" y="3022200"/>
              <a:ext cx="1855440" cy="3835800"/>
            </a:xfrm>
            <a:custGeom>
              <a:avLst/>
              <a:gdLst/>
              <a:ah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cap="rnd" w="9525">
              <a:solidFill>
                <a:srgbClr val="41a6a6">
                  <a:alpha val="50000"/>
                </a:srgbClr>
              </a:solidFill>
              <a:prstDash val="lgDash"/>
              <a:round/>
            </a:ln>
          </p:spPr>
          <p:style>
            <a:lnRef idx="0"/>
            <a:fillRef idx="0"/>
            <a:effectRef idx="0"/>
            <a:fontRef idx="minor"/>
          </p:style>
        </p:sp>
        <p:sp>
          <p:nvSpPr>
            <p:cNvPr id="54" name="Forme libre : Forme 12"/>
            <p:cNvSpPr/>
            <p:nvPr/>
          </p:nvSpPr>
          <p:spPr>
            <a:xfrm rot="10800000">
              <a:off x="2556000" y="3443760"/>
              <a:ext cx="1468440" cy="3414240"/>
            </a:xfrm>
            <a:custGeom>
              <a:avLst/>
              <a:gdLst/>
              <a:ah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cap="rnd" w="9525">
              <a:solidFill>
                <a:srgbClr val="41a6a6">
                  <a:alpha val="50000"/>
                </a:srgbClr>
              </a:solidFill>
              <a:prstDash val="lgDash"/>
              <a:round/>
            </a:ln>
          </p:spPr>
          <p:style>
            <a:lnRef idx="0"/>
            <a:fillRef idx="0"/>
            <a:effectRef idx="0"/>
            <a:fontRef idx="minor"/>
          </p:style>
        </p:sp>
        <p:sp>
          <p:nvSpPr>
            <p:cNvPr id="55" name="Forme libre : Forme 13"/>
            <p:cNvSpPr/>
            <p:nvPr/>
          </p:nvSpPr>
          <p:spPr>
            <a:xfrm rot="10800000">
              <a:off x="2754720" y="3558600"/>
              <a:ext cx="1283040" cy="3299400"/>
            </a:xfrm>
            <a:custGeom>
              <a:avLst/>
              <a:gdLst/>
              <a:ah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cap="rnd" w="9525">
              <a:solidFill>
                <a:srgbClr val="41a6a6">
                  <a:alpha val="50000"/>
                </a:srgbClr>
              </a:solidFill>
              <a:prstDash val="lgDash"/>
              <a:round/>
            </a:ln>
          </p:spPr>
          <p:style>
            <a:lnRef idx="0"/>
            <a:fillRef idx="0"/>
            <a:effectRef idx="0"/>
            <a:fontRef idx="minor"/>
          </p:style>
        </p:sp>
        <p:sp>
          <p:nvSpPr>
            <p:cNvPr id="56" name="Forme libre : Forme 14"/>
            <p:cNvSpPr/>
            <p:nvPr/>
          </p:nvSpPr>
          <p:spPr>
            <a:xfrm rot="10800000">
              <a:off x="3566880" y="3821760"/>
              <a:ext cx="463320" cy="2376720"/>
            </a:xfrm>
            <a:custGeom>
              <a:avLst/>
              <a:gdLst/>
              <a:ah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cap="rnd" w="9525">
              <a:solidFill>
                <a:srgbClr val="41a6a6">
                  <a:alpha val="50000"/>
                </a:srgbClr>
              </a:solidFill>
              <a:prstDash val="lgDash"/>
              <a:round/>
            </a:ln>
          </p:spPr>
          <p:style>
            <a:lnRef idx="0"/>
            <a:fillRef idx="0"/>
            <a:effectRef idx="0"/>
            <a:fontRef idx="minor"/>
          </p:style>
        </p:sp>
        <p:sp>
          <p:nvSpPr>
            <p:cNvPr id="57" name="Forme libre : Forme 15"/>
            <p:cNvSpPr/>
            <p:nvPr/>
          </p:nvSpPr>
          <p:spPr>
            <a:xfrm rot="10800000">
              <a:off x="3665880" y="3930120"/>
              <a:ext cx="371880" cy="2108160"/>
            </a:xfrm>
            <a:custGeom>
              <a:avLst/>
              <a:gdLst/>
              <a:ah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cap="rnd" w="9525">
              <a:solidFill>
                <a:srgbClr val="41a6a6">
                  <a:alpha val="50000"/>
                </a:srgbClr>
              </a:solidFill>
              <a:prstDash val="lgDash"/>
              <a:round/>
            </a:ln>
          </p:spPr>
          <p:style>
            <a:lnRef idx="0"/>
            <a:fillRef idx="0"/>
            <a:effectRef idx="0"/>
            <a:fontRef idx="minor"/>
          </p:style>
        </p:sp>
        <p:sp>
          <p:nvSpPr>
            <p:cNvPr id="58" name="Forme libre : Forme 16"/>
            <p:cNvSpPr/>
            <p:nvPr/>
          </p:nvSpPr>
          <p:spPr>
            <a:xfrm rot="10800000">
              <a:off x="3783960" y="4110480"/>
              <a:ext cx="242280" cy="1667160"/>
            </a:xfrm>
            <a:custGeom>
              <a:avLst/>
              <a:gdLst/>
              <a:ah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cap="rnd" w="9525">
              <a:solidFill>
                <a:srgbClr val="41a6a6">
                  <a:alpha val="50000"/>
                </a:srgbClr>
              </a:solidFill>
              <a:prstDash val="lgDash"/>
              <a:round/>
            </a:ln>
          </p:spPr>
          <p:style>
            <a:lnRef idx="0"/>
            <a:fillRef idx="0"/>
            <a:effectRef idx="0"/>
            <a:fontRef idx="minor"/>
          </p:style>
        </p:sp>
      </p:grpSp>
      <p:sp>
        <p:nvSpPr>
          <p:cNvPr id="59" name="PlaceHolder 1"/>
          <p:cNvSpPr>
            <a:spLocks noGrp="1"/>
          </p:cNvSpPr>
          <p:nvPr>
            <p:ph type="title"/>
          </p:nvPr>
        </p:nvSpPr>
        <p:spPr>
          <a:xfrm>
            <a:off x="841320" y="380880"/>
            <a:ext cx="2552400" cy="1325160"/>
          </a:xfrm>
          <a:prstGeom prst="rect">
            <a:avLst/>
          </a:prstGeom>
          <a:noFill/>
          <a:ln w="0">
            <a:noFill/>
          </a:ln>
        </p:spPr>
        <p:txBody>
          <a:bodyPr anchor="ctr">
            <a:noAutofit/>
          </a:bodyPr>
          <a:p>
            <a:pPr>
              <a:lnSpc>
                <a:spcPct val="90000"/>
              </a:lnSpc>
              <a:buNone/>
            </a:pPr>
            <a:r>
              <a:rPr b="0" lang="fr-FR" sz="3000" spc="29" strike="noStrike" cap="all">
                <a:solidFill>
                  <a:srgbClr val="404040"/>
                </a:solidFill>
                <a:latin typeface="Century Gothic"/>
              </a:rPr>
              <a:t>CLIQUEZ POUR MODIFIER LE STYLE DU TITRE DE MASQUE</a:t>
            </a:r>
            <a:endParaRPr b="0" lang="fr-FR" sz="3000" spc="-1" strike="noStrike">
              <a:solidFill>
                <a:srgbClr val="000000"/>
              </a:solidFill>
              <a:latin typeface="Avenir Next LT Pro Light"/>
            </a:endParaRPr>
          </a:p>
        </p:txBody>
      </p:sp>
      <p:sp>
        <p:nvSpPr>
          <p:cNvPr id="60" name="PlaceHolder 2"/>
          <p:cNvSpPr>
            <a:spLocks noGrp="1"/>
          </p:cNvSpPr>
          <p:nvPr>
            <p:ph type="body"/>
          </p:nvPr>
        </p:nvSpPr>
        <p:spPr>
          <a:xfrm>
            <a:off x="841320" y="1789200"/>
            <a:ext cx="2552400" cy="2696400"/>
          </a:xfrm>
          <a:prstGeom prst="rect">
            <a:avLst/>
          </a:prstGeom>
          <a:noFill/>
          <a:ln w="0">
            <a:noFill/>
          </a:ln>
        </p:spPr>
        <p:txBody>
          <a:bodyPr anchor="t">
            <a:normAutofit fontScale="89000"/>
          </a:bodyPr>
          <a:p>
            <a:pPr>
              <a:lnSpc>
                <a:spcPts val="2200"/>
              </a:lnSpc>
              <a:spcBef>
                <a:spcPts val="1001"/>
              </a:spcBef>
              <a:buNone/>
              <a:tabLst>
                <a:tab algn="l" pos="0"/>
              </a:tabLst>
            </a:pPr>
            <a:r>
              <a:rPr b="0" lang="fr-FR" sz="1600" spc="-1" strike="noStrike">
                <a:solidFill>
                  <a:srgbClr val="404040"/>
                </a:solidFill>
                <a:latin typeface="Avenir Next LT Pro Light"/>
              </a:rPr>
              <a:t>Modifiez les styles du texte</a:t>
            </a:r>
            <a:endParaRPr b="0" lang="fr-FR" sz="1600" spc="-1" strike="noStrike">
              <a:solidFill>
                <a:srgbClr val="404040"/>
              </a:solidFill>
              <a:latin typeface="Avenir Next LT Pro Light"/>
            </a:endParaRPr>
          </a:p>
          <a:p>
            <a:pPr marL="457200">
              <a:lnSpc>
                <a:spcPts val="2200"/>
              </a:lnSpc>
              <a:spcBef>
                <a:spcPts val="499"/>
              </a:spcBef>
              <a:buNone/>
              <a:tabLst>
                <a:tab algn="l" pos="0"/>
              </a:tabLst>
            </a:pPr>
            <a:r>
              <a:rPr b="0" lang="fr-FR" sz="1600" spc="-1" strike="noStrike">
                <a:solidFill>
                  <a:srgbClr val="404040"/>
                </a:solidFill>
                <a:latin typeface="Avenir Next LT Pro Light"/>
              </a:rPr>
              <a:t>Deuxième niveau</a:t>
            </a:r>
            <a:endParaRPr b="0" lang="fr-FR" sz="1600" spc="-1" strike="noStrike">
              <a:solidFill>
                <a:srgbClr val="404040"/>
              </a:solidFill>
              <a:latin typeface="Avenir Next LT Pro Light"/>
            </a:endParaRPr>
          </a:p>
          <a:p>
            <a:pPr marL="914400">
              <a:lnSpc>
                <a:spcPts val="2200"/>
              </a:lnSpc>
              <a:spcBef>
                <a:spcPts val="499"/>
              </a:spcBef>
              <a:buNone/>
              <a:tabLst>
                <a:tab algn="l" pos="0"/>
              </a:tabLst>
            </a:pPr>
            <a:r>
              <a:rPr b="0" lang="fr-FR" sz="1600" spc="-1" strike="noStrike">
                <a:solidFill>
                  <a:srgbClr val="404040"/>
                </a:solidFill>
                <a:latin typeface="Avenir Next LT Pro Light"/>
              </a:rPr>
              <a:t>Troisième niveau</a:t>
            </a:r>
            <a:endParaRPr b="0" lang="fr-FR" sz="1600" spc="-1" strike="noStrike">
              <a:solidFill>
                <a:srgbClr val="404040"/>
              </a:solidFill>
              <a:latin typeface="Avenir Next LT Pro Light"/>
            </a:endParaRPr>
          </a:p>
          <a:p>
            <a:pPr marL="1371600">
              <a:lnSpc>
                <a:spcPts val="2200"/>
              </a:lnSpc>
              <a:spcBef>
                <a:spcPts val="499"/>
              </a:spcBef>
              <a:buNone/>
              <a:tabLst>
                <a:tab algn="l" pos="0"/>
              </a:tabLst>
            </a:pPr>
            <a:r>
              <a:rPr b="0" lang="fr-FR" sz="1600" spc="-1" strike="noStrike">
                <a:solidFill>
                  <a:srgbClr val="404040"/>
                </a:solidFill>
                <a:latin typeface="Avenir Next LT Pro Light"/>
              </a:rPr>
              <a:t>Quatrième niveau</a:t>
            </a:r>
            <a:endParaRPr b="0" lang="fr-FR" sz="1600" spc="-1" strike="noStrike">
              <a:solidFill>
                <a:srgbClr val="404040"/>
              </a:solidFill>
              <a:latin typeface="Avenir Next LT Pro Light"/>
            </a:endParaRPr>
          </a:p>
          <a:p>
            <a:pPr marL="1828800">
              <a:lnSpc>
                <a:spcPts val="2200"/>
              </a:lnSpc>
              <a:spcBef>
                <a:spcPts val="499"/>
              </a:spcBef>
              <a:buNone/>
              <a:tabLst>
                <a:tab algn="l" pos="0"/>
              </a:tabLst>
            </a:pPr>
            <a:r>
              <a:rPr b="0" lang="fr-FR" sz="1600" spc="-1" strike="noStrike">
                <a:solidFill>
                  <a:srgbClr val="404040"/>
                </a:solidFill>
                <a:latin typeface="Avenir Next LT Pro Light"/>
              </a:rPr>
              <a:t>Cinquième niveau</a:t>
            </a:r>
            <a:endParaRPr b="0" lang="fr-FR" sz="1600" spc="-1" strike="noStrike">
              <a:solidFill>
                <a:srgbClr val="404040"/>
              </a:solidFill>
              <a:latin typeface="Avenir Next LT Pro Light"/>
            </a:endParaRPr>
          </a:p>
        </p:txBody>
      </p:sp>
      <p:sp>
        <p:nvSpPr>
          <p:cNvPr id="61" name="PlaceHolder 3"/>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b="0" lang="fr-FR" sz="1200" spc="-1" strike="noStrike">
                <a:solidFill>
                  <a:srgbClr val="808080"/>
                </a:solidFill>
                <a:latin typeface="Avenir Next LT Pro Light"/>
              </a:defRPr>
            </a:lvl1pPr>
          </a:lstStyle>
          <a:p>
            <a:pPr>
              <a:lnSpc>
                <a:spcPct val="100000"/>
              </a:lnSpc>
              <a:buNone/>
            </a:pPr>
            <a:r>
              <a:rPr b="0" lang="fr-FR" sz="1200" spc="-1" strike="noStrike">
                <a:solidFill>
                  <a:srgbClr val="808080"/>
                </a:solidFill>
                <a:latin typeface="Avenir Next LT Pro Light"/>
              </a:rPr>
              <a:t>&lt;date/time&gt;</a:t>
            </a:r>
            <a:endParaRPr b="0" lang="fr-FR" sz="1200" spc="-1" strike="noStrike">
              <a:latin typeface="Times New Roman"/>
            </a:endParaRPr>
          </a:p>
        </p:txBody>
      </p:sp>
      <p:sp>
        <p:nvSpPr>
          <p:cNvPr id="62" name="PlaceHolder 4"/>
          <p:cNvSpPr>
            <a:spLocks noGrp="1"/>
          </p:cNvSpPr>
          <p:nvPr>
            <p:ph type="body"/>
          </p:nvPr>
        </p:nvSpPr>
        <p:spPr>
          <a:xfrm>
            <a:off x="4035600" y="0"/>
            <a:ext cx="8156160" cy="6857640"/>
          </a:xfrm>
          <a:prstGeom prst="rect">
            <a:avLst/>
          </a:prstGeom>
          <a:solidFill>
            <a:srgbClr val="f2a74b"/>
          </a:solidFill>
          <a:ln w="0">
            <a:noFill/>
          </a:ln>
        </p:spPr>
        <p:txBody>
          <a:bodyPr lIns="90000" rIns="90000" tIns="45000" bIns="45000" anchor="t">
            <a:noAutofit/>
          </a:bodyPr>
          <a:p>
            <a:pPr>
              <a:lnSpc>
                <a:spcPct val="100000"/>
              </a:lnSpc>
              <a:buNone/>
            </a:pPr>
            <a:r>
              <a:rPr b="0" lang="fr-FR" sz="1800" spc="-1" strike="noStrike">
                <a:solidFill>
                  <a:srgbClr val="000000"/>
                </a:solidFill>
                <a:latin typeface="Avenir Next LT Pro Light"/>
              </a:rPr>
              <a:t>Cliquez sur l'icône pour ajouter une image</a:t>
            </a:r>
            <a:endParaRPr b="0" lang="fr-FR" sz="1800" spc="-1" strike="noStrike">
              <a:solidFill>
                <a:srgbClr val="404040"/>
              </a:solidFill>
              <a:latin typeface="Avenir Next LT Pro Light"/>
            </a:endParaRPr>
          </a:p>
        </p:txBody>
      </p:sp>
      <p:sp>
        <p:nvSpPr>
          <p:cNvPr id="63" name="PlaceHolder 5"/>
          <p:cNvSpPr>
            <a:spLocks noGrp="1"/>
          </p:cNvSpPr>
          <p:nvPr>
            <p:ph type="ftr" idx="2"/>
          </p:nvPr>
        </p:nvSpPr>
        <p:spPr>
          <a:xfrm>
            <a:off x="4038480" y="6356520"/>
            <a:ext cx="4114440" cy="364680"/>
          </a:xfrm>
          <a:prstGeom prst="rect">
            <a:avLst/>
          </a:prstGeom>
          <a:noFill/>
          <a:ln w="0">
            <a:noFill/>
          </a:ln>
        </p:spPr>
        <p:txBody>
          <a:bodyPr anchor="ctr">
            <a:noAutofit/>
          </a:bodyPr>
          <a:lstStyle>
            <a:lvl1pPr algn="ctr">
              <a:lnSpc>
                <a:spcPct val="100000"/>
              </a:lnSpc>
              <a:buNone/>
              <a:defRPr b="0" lang="fr-FR" sz="1200" spc="-1" strike="noStrike">
                <a:solidFill>
                  <a:srgbClr val="808080"/>
                </a:solidFill>
                <a:latin typeface="Avenir Next LT Pro Light"/>
              </a:defRPr>
            </a:lvl1pPr>
          </a:lstStyle>
          <a:p>
            <a:pPr algn="ctr">
              <a:lnSpc>
                <a:spcPct val="100000"/>
              </a:lnSpc>
              <a:buNone/>
            </a:pPr>
            <a:r>
              <a:rPr b="0" lang="fr-FR" sz="1200" spc="-1" strike="noStrike">
                <a:solidFill>
                  <a:srgbClr val="808080"/>
                </a:solidFill>
                <a:latin typeface="Avenir Next LT Pro Light"/>
              </a:rPr>
              <a:t>&lt;footer&gt;</a:t>
            </a:r>
            <a:endParaRPr b="0" lang="fr-FR" sz="1200" spc="-1" strike="noStrike">
              <a:latin typeface="Times New Roman"/>
            </a:endParaRPr>
          </a:p>
        </p:txBody>
      </p:sp>
      <p:sp>
        <p:nvSpPr>
          <p:cNvPr id="64" name="PlaceHolder 6"/>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b="0" lang="fr-FR" sz="1200" spc="-1" strike="noStrike">
                <a:solidFill>
                  <a:srgbClr val="808080"/>
                </a:solidFill>
                <a:latin typeface="Avenir Next LT Pro Light"/>
              </a:defRPr>
            </a:lvl1pPr>
          </a:lstStyle>
          <a:p>
            <a:pPr algn="r">
              <a:lnSpc>
                <a:spcPct val="100000"/>
              </a:lnSpc>
              <a:buNone/>
            </a:pPr>
            <a:fld id="{CED682C1-509C-4F8A-80D3-11B32D8B7183}" type="slidenum">
              <a:rPr b="0" lang="fr-FR" sz="1200" spc="-1" strike="noStrike">
                <a:solidFill>
                  <a:srgbClr val="808080"/>
                </a:solidFill>
                <a:latin typeface="Avenir Next LT Pro Light"/>
              </a:rPr>
              <a:t>&lt;number&gt;</a:t>
            </a:fld>
            <a:endParaRPr b="0" lang="fr-FR"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CLIQUEZ POUR MODIFIER LE STYLE DU TITRE DE MASQUE</a:t>
            </a:r>
            <a:endParaRPr b="0" lang="fr-FR" sz="3000" spc="-1" strike="noStrike">
              <a:solidFill>
                <a:srgbClr val="000000"/>
              </a:solidFill>
              <a:latin typeface="Avenir Next LT Pro Light"/>
            </a:endParaRPr>
          </a:p>
        </p:txBody>
      </p:sp>
      <p:sp>
        <p:nvSpPr>
          <p:cNvPr id="102" name="PlaceHolder 2"/>
          <p:cNvSpPr>
            <a:spLocks noGrp="1"/>
          </p:cNvSpPr>
          <p:nvPr>
            <p:ph type="body"/>
          </p:nvPr>
        </p:nvSpPr>
        <p:spPr>
          <a:xfrm>
            <a:off x="841320" y="1789200"/>
            <a:ext cx="4571640" cy="4166280"/>
          </a:xfrm>
          <a:prstGeom prst="rect">
            <a:avLst/>
          </a:prstGeom>
          <a:noFill/>
          <a:ln w="0">
            <a:noFill/>
          </a:ln>
        </p:spPr>
        <p:txBody>
          <a:bodyPr anchor="t">
            <a:normAutofit/>
          </a:bodyPr>
          <a:p>
            <a:pPr>
              <a:lnSpc>
                <a:spcPts val="2200"/>
              </a:lnSpc>
              <a:spcBef>
                <a:spcPts val="1001"/>
              </a:spcBef>
              <a:buNone/>
              <a:tabLst>
                <a:tab algn="l" pos="0"/>
              </a:tabLst>
            </a:pPr>
            <a:r>
              <a:rPr b="0" lang="fr-FR" sz="1600" spc="-1" strike="noStrike">
                <a:solidFill>
                  <a:srgbClr val="404040"/>
                </a:solidFill>
                <a:latin typeface="Avenir Next LT Pro Light"/>
              </a:rPr>
              <a:t>Modifiez les styles du texte</a:t>
            </a:r>
            <a:endParaRPr b="0" lang="fr-FR" sz="1600" spc="-1" strike="noStrike">
              <a:solidFill>
                <a:srgbClr val="404040"/>
              </a:solidFill>
              <a:latin typeface="Avenir Next LT Pro Light"/>
            </a:endParaRPr>
          </a:p>
          <a:p>
            <a:pPr marL="457200">
              <a:lnSpc>
                <a:spcPts val="2200"/>
              </a:lnSpc>
              <a:spcBef>
                <a:spcPts val="499"/>
              </a:spcBef>
              <a:buNone/>
              <a:tabLst>
                <a:tab algn="l" pos="0"/>
              </a:tabLst>
            </a:pPr>
            <a:r>
              <a:rPr b="0" lang="fr-FR" sz="1600" spc="-1" strike="noStrike">
                <a:solidFill>
                  <a:srgbClr val="404040"/>
                </a:solidFill>
                <a:latin typeface="Avenir Next LT Pro Light"/>
              </a:rPr>
              <a:t>Deuxième niveau</a:t>
            </a:r>
            <a:endParaRPr b="0" lang="fr-FR" sz="1600" spc="-1" strike="noStrike">
              <a:solidFill>
                <a:srgbClr val="404040"/>
              </a:solidFill>
              <a:latin typeface="Avenir Next LT Pro Light"/>
            </a:endParaRPr>
          </a:p>
          <a:p>
            <a:pPr marL="914400">
              <a:lnSpc>
                <a:spcPts val="2200"/>
              </a:lnSpc>
              <a:spcBef>
                <a:spcPts val="499"/>
              </a:spcBef>
              <a:buNone/>
              <a:tabLst>
                <a:tab algn="l" pos="0"/>
              </a:tabLst>
            </a:pPr>
            <a:r>
              <a:rPr b="0" lang="fr-FR" sz="1600" spc="-1" strike="noStrike">
                <a:solidFill>
                  <a:srgbClr val="404040"/>
                </a:solidFill>
                <a:latin typeface="Avenir Next LT Pro Light"/>
              </a:rPr>
              <a:t>Troisième niveau</a:t>
            </a:r>
            <a:endParaRPr b="0" lang="fr-FR" sz="1600" spc="-1" strike="noStrike">
              <a:solidFill>
                <a:srgbClr val="404040"/>
              </a:solidFill>
              <a:latin typeface="Avenir Next LT Pro Light"/>
            </a:endParaRPr>
          </a:p>
          <a:p>
            <a:pPr marL="1371600">
              <a:lnSpc>
                <a:spcPts val="2200"/>
              </a:lnSpc>
              <a:spcBef>
                <a:spcPts val="499"/>
              </a:spcBef>
              <a:buNone/>
              <a:tabLst>
                <a:tab algn="l" pos="0"/>
              </a:tabLst>
            </a:pPr>
            <a:r>
              <a:rPr b="0" lang="fr-FR" sz="1600" spc="-1" strike="noStrike">
                <a:solidFill>
                  <a:srgbClr val="404040"/>
                </a:solidFill>
                <a:latin typeface="Avenir Next LT Pro Light"/>
              </a:rPr>
              <a:t>Quatrième niveau</a:t>
            </a:r>
            <a:endParaRPr b="0" lang="fr-FR" sz="1600" spc="-1" strike="noStrike">
              <a:solidFill>
                <a:srgbClr val="404040"/>
              </a:solidFill>
              <a:latin typeface="Avenir Next LT Pro Light"/>
            </a:endParaRPr>
          </a:p>
          <a:p>
            <a:pPr marL="1828800">
              <a:lnSpc>
                <a:spcPts val="2200"/>
              </a:lnSpc>
              <a:spcBef>
                <a:spcPts val="499"/>
              </a:spcBef>
              <a:buNone/>
              <a:tabLst>
                <a:tab algn="l" pos="0"/>
              </a:tabLst>
            </a:pPr>
            <a:r>
              <a:rPr b="0" lang="fr-FR" sz="1600" spc="-1" strike="noStrike">
                <a:solidFill>
                  <a:srgbClr val="404040"/>
                </a:solidFill>
                <a:latin typeface="Avenir Next LT Pro Light"/>
              </a:rPr>
              <a:t>Cinquième niveau</a:t>
            </a:r>
            <a:endParaRPr b="0" lang="fr-FR" sz="1600" spc="-1" strike="noStrike">
              <a:solidFill>
                <a:srgbClr val="404040"/>
              </a:solidFill>
              <a:latin typeface="Avenir Next LT Pro Light"/>
            </a:endParaRPr>
          </a:p>
        </p:txBody>
      </p:sp>
      <p:sp>
        <p:nvSpPr>
          <p:cNvPr id="10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b="0" lang="fr-FR" sz="1200" spc="-1" strike="noStrike">
                <a:solidFill>
                  <a:srgbClr val="808080"/>
                </a:solidFill>
                <a:latin typeface="Avenir Next LT Pro Light"/>
              </a:defRPr>
            </a:lvl1pPr>
          </a:lstStyle>
          <a:p>
            <a:pPr>
              <a:lnSpc>
                <a:spcPct val="100000"/>
              </a:lnSpc>
              <a:buNone/>
            </a:pPr>
            <a:r>
              <a:rPr b="0" lang="fr-FR" sz="1200" spc="-1" strike="noStrike">
                <a:solidFill>
                  <a:srgbClr val="808080"/>
                </a:solidFill>
                <a:latin typeface="Avenir Next LT Pro Light"/>
              </a:rPr>
              <a:t>&lt;date/time&gt;</a:t>
            </a:r>
            <a:endParaRPr b="0" lang="fr-FR" sz="1200" spc="-1" strike="noStrike">
              <a:latin typeface="Times New Roman"/>
            </a:endParaRPr>
          </a:p>
        </p:txBody>
      </p:sp>
      <p:sp>
        <p:nvSpPr>
          <p:cNvPr id="104" name="PlaceHolder 4"/>
          <p:cNvSpPr>
            <a:spLocks noGrp="1"/>
          </p:cNvSpPr>
          <p:nvPr>
            <p:ph type="body"/>
          </p:nvPr>
        </p:nvSpPr>
        <p:spPr>
          <a:xfrm>
            <a:off x="8132040" y="0"/>
            <a:ext cx="4059720" cy="6857640"/>
          </a:xfrm>
          <a:prstGeom prst="rect">
            <a:avLst/>
          </a:prstGeom>
          <a:solidFill>
            <a:srgbClr val="f2a74b"/>
          </a:solidFill>
          <a:ln w="0">
            <a:noFill/>
          </a:ln>
        </p:spPr>
        <p:txBody>
          <a:bodyPr lIns="90000" rIns="90000" tIns="45000" bIns="45000" anchor="t">
            <a:noAutofit/>
          </a:bodyPr>
          <a:p>
            <a:pPr>
              <a:lnSpc>
                <a:spcPct val="100000"/>
              </a:lnSpc>
              <a:buNone/>
            </a:pPr>
            <a:r>
              <a:rPr b="0" lang="fr-FR" sz="1800" spc="-1" strike="noStrike">
                <a:solidFill>
                  <a:srgbClr val="000000"/>
                </a:solidFill>
                <a:latin typeface="Avenir Next LT Pro Light"/>
              </a:rPr>
              <a:t>Cliquez sur l'icône pour ajouter une image</a:t>
            </a:r>
            <a:endParaRPr b="0" lang="fr-FR" sz="1800" spc="-1" strike="noStrike">
              <a:solidFill>
                <a:srgbClr val="404040"/>
              </a:solidFill>
              <a:latin typeface="Avenir Next LT Pro Light"/>
            </a:endParaRPr>
          </a:p>
        </p:txBody>
      </p:sp>
      <p:sp>
        <p:nvSpPr>
          <p:cNvPr id="105" name="PlaceHolder 5"/>
          <p:cNvSpPr>
            <a:spLocks noGrp="1"/>
          </p:cNvSpPr>
          <p:nvPr>
            <p:ph type="body"/>
          </p:nvPr>
        </p:nvSpPr>
        <p:spPr>
          <a:xfrm>
            <a:off x="6095520" y="1412640"/>
            <a:ext cx="4041360" cy="4032000"/>
          </a:xfrm>
          <a:prstGeom prst="rect">
            <a:avLst/>
          </a:prstGeom>
          <a:solidFill>
            <a:srgbClr val="f2a74b"/>
          </a:solidFill>
          <a:ln w="101520">
            <a:solidFill>
              <a:srgbClr val="ffffff"/>
            </a:solidFill>
            <a:round/>
          </a:ln>
        </p:spPr>
        <p:txBody>
          <a:bodyPr lIns="90000" rIns="90000" tIns="45000" bIns="45000" anchor="t">
            <a:noAutofit/>
          </a:bodyPr>
          <a:p>
            <a:pPr>
              <a:lnSpc>
                <a:spcPct val="100000"/>
              </a:lnSpc>
              <a:buNone/>
            </a:pPr>
            <a:r>
              <a:rPr b="0" lang="fr-FR" sz="1800" spc="-1" strike="noStrike">
                <a:solidFill>
                  <a:srgbClr val="000000"/>
                </a:solidFill>
                <a:latin typeface="Avenir Next LT Pro Light"/>
              </a:rPr>
              <a:t>Cliquez sur l'icône pour ajouter une image</a:t>
            </a:r>
            <a:endParaRPr b="0" lang="fr-FR" sz="1800" spc="-1" strike="noStrike">
              <a:solidFill>
                <a:srgbClr val="404040"/>
              </a:solidFill>
              <a:latin typeface="Avenir Next LT Pro Light"/>
            </a:endParaRPr>
          </a:p>
        </p:txBody>
      </p:sp>
      <p:sp>
        <p:nvSpPr>
          <p:cNvPr id="106" name="PlaceHolder 6"/>
          <p:cNvSpPr>
            <a:spLocks noGrp="1"/>
          </p:cNvSpPr>
          <p:nvPr>
            <p:ph type="ftr" idx="5"/>
          </p:nvPr>
        </p:nvSpPr>
        <p:spPr>
          <a:xfrm>
            <a:off x="4038480" y="6356520"/>
            <a:ext cx="4114440" cy="364680"/>
          </a:xfrm>
          <a:prstGeom prst="rect">
            <a:avLst/>
          </a:prstGeom>
          <a:noFill/>
          <a:ln w="0">
            <a:noFill/>
          </a:ln>
        </p:spPr>
        <p:txBody>
          <a:bodyPr anchor="ctr">
            <a:noAutofit/>
          </a:bodyPr>
          <a:lstStyle>
            <a:lvl1pPr algn="ctr">
              <a:lnSpc>
                <a:spcPct val="100000"/>
              </a:lnSpc>
              <a:buNone/>
              <a:defRPr b="0" lang="fr-FR" sz="1200" spc="-1" strike="noStrike">
                <a:solidFill>
                  <a:srgbClr val="404040"/>
                </a:solidFill>
                <a:latin typeface="Avenir Next LT Pro Light"/>
              </a:defRPr>
            </a:lvl1pPr>
          </a:lstStyle>
          <a:p>
            <a:pPr algn="ctr">
              <a:lnSpc>
                <a:spcPct val="100000"/>
              </a:lnSpc>
              <a:buNone/>
            </a:pPr>
            <a:r>
              <a:rPr b="0" lang="fr-FR" sz="1200" spc="-1" strike="noStrike">
                <a:solidFill>
                  <a:srgbClr val="404040"/>
                </a:solidFill>
                <a:latin typeface="Avenir Next LT Pro Light"/>
              </a:rPr>
              <a:t>&lt;footer&gt;</a:t>
            </a:r>
            <a:endParaRPr b="0" lang="fr-FR" sz="1200" spc="-1" strike="noStrike">
              <a:latin typeface="Times New Roman"/>
            </a:endParaRPr>
          </a:p>
        </p:txBody>
      </p:sp>
      <p:sp>
        <p:nvSpPr>
          <p:cNvPr id="107" name="PlaceHolder 7"/>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b="0" lang="fr-FR" sz="1200" spc="-1" strike="noStrike">
                <a:solidFill>
                  <a:srgbClr val="808080"/>
                </a:solidFill>
                <a:latin typeface="Avenir Next LT Pro Light"/>
              </a:defRPr>
            </a:lvl1pPr>
          </a:lstStyle>
          <a:p>
            <a:pPr algn="r">
              <a:lnSpc>
                <a:spcPct val="100000"/>
              </a:lnSpc>
              <a:buNone/>
            </a:pPr>
            <a:fld id="{372F3506-1A16-4665-9155-40178802C50B}" type="slidenum">
              <a:rPr b="0" lang="fr-FR" sz="1200" spc="-1" strike="noStrike">
                <a:solidFill>
                  <a:srgbClr val="808080"/>
                </a:solidFill>
                <a:latin typeface="Avenir Next LT Pro Light"/>
              </a:rPr>
              <a:t>&lt;number&gt;</a:t>
            </a:fld>
            <a:endParaRPr b="0" lang="fr-FR"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841320" y="380880"/>
            <a:ext cx="109724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Modifiez le style du titre</a:t>
            </a:r>
            <a:endParaRPr b="0" lang="fr-FR" sz="3000" spc="-1" strike="noStrike">
              <a:solidFill>
                <a:srgbClr val="000000"/>
              </a:solidFill>
              <a:latin typeface="Avenir Next LT Pro Light"/>
            </a:endParaRPr>
          </a:p>
        </p:txBody>
      </p:sp>
      <p:sp>
        <p:nvSpPr>
          <p:cNvPr id="145" name="PlaceHolder 2"/>
          <p:cNvSpPr>
            <a:spLocks noGrp="1"/>
          </p:cNvSpPr>
          <p:nvPr>
            <p:ph type="dt" idx="7"/>
          </p:nvPr>
        </p:nvSpPr>
        <p:spPr>
          <a:xfrm>
            <a:off x="838080" y="6356520"/>
            <a:ext cx="2742840" cy="364680"/>
          </a:xfrm>
          <a:prstGeom prst="rect">
            <a:avLst/>
          </a:prstGeom>
          <a:noFill/>
          <a:ln w="0">
            <a:noFill/>
          </a:ln>
        </p:spPr>
        <p:txBody>
          <a:bodyPr anchor="ctr">
            <a:noAutofit/>
          </a:bodyPr>
          <a:lstStyle>
            <a:lvl1pPr>
              <a:lnSpc>
                <a:spcPct val="100000"/>
              </a:lnSpc>
              <a:buNone/>
              <a:defRPr b="0" lang="fr-FR" sz="1200" spc="-1" strike="noStrike">
                <a:solidFill>
                  <a:srgbClr val="808080"/>
                </a:solidFill>
                <a:latin typeface="Avenir Next LT Pro Light"/>
              </a:defRPr>
            </a:lvl1pPr>
          </a:lstStyle>
          <a:p>
            <a:pPr>
              <a:lnSpc>
                <a:spcPct val="100000"/>
              </a:lnSpc>
              <a:buNone/>
            </a:pPr>
            <a:r>
              <a:rPr b="0" lang="fr-FR" sz="1200" spc="-1" strike="noStrike">
                <a:solidFill>
                  <a:srgbClr val="808080"/>
                </a:solidFill>
                <a:latin typeface="Avenir Next LT Pro Light"/>
              </a:rPr>
              <a:t>&lt;date/time&gt;</a:t>
            </a:r>
            <a:endParaRPr b="0" lang="fr-FR" sz="1200" spc="-1" strike="noStrike">
              <a:latin typeface="Times New Roman"/>
            </a:endParaRPr>
          </a:p>
        </p:txBody>
      </p:sp>
      <p:sp>
        <p:nvSpPr>
          <p:cNvPr id="146" name="PlaceHolder 3"/>
          <p:cNvSpPr>
            <a:spLocks noGrp="1"/>
          </p:cNvSpPr>
          <p:nvPr>
            <p:ph type="ftr" idx="8"/>
          </p:nvPr>
        </p:nvSpPr>
        <p:spPr>
          <a:xfrm>
            <a:off x="4038480" y="6356520"/>
            <a:ext cx="4114440" cy="364680"/>
          </a:xfrm>
          <a:prstGeom prst="rect">
            <a:avLst/>
          </a:prstGeom>
          <a:noFill/>
          <a:ln w="0">
            <a:noFill/>
          </a:ln>
        </p:spPr>
        <p:txBody>
          <a:bodyPr anchor="ctr">
            <a:noAutofit/>
          </a:bodyPr>
          <a:lstStyle>
            <a:lvl1pPr algn="ctr">
              <a:lnSpc>
                <a:spcPct val="100000"/>
              </a:lnSpc>
              <a:buNone/>
              <a:defRPr b="0" lang="fr-FR" sz="1200" spc="-1" strike="noStrike">
                <a:solidFill>
                  <a:srgbClr val="808080"/>
                </a:solidFill>
                <a:latin typeface="Avenir Next LT Pro Light"/>
              </a:defRPr>
            </a:lvl1pPr>
          </a:lstStyle>
          <a:p>
            <a:pPr algn="ctr">
              <a:lnSpc>
                <a:spcPct val="100000"/>
              </a:lnSpc>
              <a:buNone/>
            </a:pPr>
            <a:r>
              <a:rPr b="0" lang="fr-FR" sz="1200" spc="-1" strike="noStrike">
                <a:solidFill>
                  <a:srgbClr val="808080"/>
                </a:solidFill>
                <a:latin typeface="Avenir Next LT Pro Light"/>
              </a:rPr>
              <a:t>&lt;footer&gt;</a:t>
            </a:r>
            <a:endParaRPr b="0" lang="fr-FR" sz="1200" spc="-1" strike="noStrike">
              <a:latin typeface="Times New Roman"/>
            </a:endParaRPr>
          </a:p>
        </p:txBody>
      </p:sp>
      <p:sp>
        <p:nvSpPr>
          <p:cNvPr id="147" name="PlaceHolder 4"/>
          <p:cNvSpPr>
            <a:spLocks noGrp="1"/>
          </p:cNvSpPr>
          <p:nvPr>
            <p:ph type="sldNum" idx="9"/>
          </p:nvPr>
        </p:nvSpPr>
        <p:spPr>
          <a:xfrm>
            <a:off x="8610480" y="6356520"/>
            <a:ext cx="2742840" cy="364680"/>
          </a:xfrm>
          <a:prstGeom prst="rect">
            <a:avLst/>
          </a:prstGeom>
          <a:noFill/>
          <a:ln w="0">
            <a:noFill/>
          </a:ln>
        </p:spPr>
        <p:txBody>
          <a:bodyPr anchor="ctr">
            <a:noAutofit/>
          </a:bodyPr>
          <a:lstStyle>
            <a:lvl1pPr algn="r">
              <a:lnSpc>
                <a:spcPct val="100000"/>
              </a:lnSpc>
              <a:buNone/>
              <a:defRPr b="0" lang="fr-FR" sz="1200" spc="-1" strike="noStrike">
                <a:solidFill>
                  <a:srgbClr val="808080"/>
                </a:solidFill>
                <a:latin typeface="Avenir Next LT Pro Light"/>
              </a:defRPr>
            </a:lvl1pPr>
          </a:lstStyle>
          <a:p>
            <a:pPr algn="r">
              <a:lnSpc>
                <a:spcPct val="100000"/>
              </a:lnSpc>
              <a:buNone/>
            </a:pPr>
            <a:fld id="{D77A841C-AE97-42FF-8CA0-B0F4F9A5915E}" type="slidenum">
              <a:rPr b="0" lang="fr-FR" sz="1200" spc="-1" strike="noStrike">
                <a:solidFill>
                  <a:srgbClr val="808080"/>
                </a:solidFill>
                <a:latin typeface="Avenir Next LT Pro Light"/>
              </a:rPr>
              <a:t>&lt;number&gt;</a:t>
            </a:fld>
            <a:endParaRPr b="0" lang="fr-FR" sz="1200" spc="-1" strike="noStrike">
              <a:latin typeface="Times New Roman"/>
            </a:endParaRPr>
          </a:p>
        </p:txBody>
      </p:sp>
      <p:grpSp>
        <p:nvGrpSpPr>
          <p:cNvPr id="148" name="En bas à droite"/>
          <p:cNvGrpSpPr/>
          <p:nvPr/>
        </p:nvGrpSpPr>
        <p:grpSpPr>
          <a:xfrm>
            <a:off x="7993440" y="3278160"/>
            <a:ext cx="4211280" cy="3581280"/>
            <a:chOff x="7993440" y="3278160"/>
            <a:chExt cx="4211280" cy="3581280"/>
          </a:xfrm>
        </p:grpSpPr>
        <p:grpSp>
          <p:nvGrpSpPr>
            <p:cNvPr id="149" name="Graphisme 157"/>
            <p:cNvGrpSpPr/>
            <p:nvPr/>
          </p:nvGrpSpPr>
          <p:grpSpPr>
            <a:xfrm>
              <a:off x="8675640" y="3278160"/>
              <a:ext cx="3529080" cy="3581280"/>
              <a:chOff x="8675640" y="3278160"/>
              <a:chExt cx="3529080" cy="3581280"/>
            </a:xfrm>
          </p:grpSpPr>
          <p:sp>
            <p:nvSpPr>
              <p:cNvPr id="150" name="Forme libre : Forme 24"/>
              <p:cNvSpPr/>
              <p:nvPr/>
            </p:nvSpPr>
            <p:spPr>
              <a:xfrm>
                <a:off x="8675640" y="3278160"/>
                <a:ext cx="3515760" cy="3565080"/>
              </a:xfrm>
              <a:custGeom>
                <a:avLst/>
                <a:gdLst/>
                <a:ah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cap="rnd" w="9525">
                <a:solidFill>
                  <a:srgbClr val="41a6a6">
                    <a:alpha val="35000"/>
                  </a:srgbClr>
                </a:solidFill>
                <a:prstDash val="lgDash"/>
                <a:round/>
              </a:ln>
            </p:spPr>
            <p:style>
              <a:lnRef idx="0"/>
              <a:fillRef idx="0"/>
              <a:effectRef idx="0"/>
              <a:fontRef idx="minor"/>
            </p:style>
          </p:sp>
          <p:sp>
            <p:nvSpPr>
              <p:cNvPr id="151" name="Forme libre : Forme 25"/>
              <p:cNvSpPr/>
              <p:nvPr/>
            </p:nvSpPr>
            <p:spPr>
              <a:xfrm>
                <a:off x="8926200" y="4187520"/>
                <a:ext cx="3265200" cy="2667600"/>
              </a:xfrm>
              <a:custGeom>
                <a:avLst/>
                <a:gdLst/>
                <a:ah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cap="rnd" w="9525">
                <a:solidFill>
                  <a:srgbClr val="41a6a6">
                    <a:alpha val="35000"/>
                  </a:srgbClr>
                </a:solidFill>
                <a:prstDash val="lgDash"/>
                <a:round/>
              </a:ln>
            </p:spPr>
            <p:style>
              <a:lnRef idx="0"/>
              <a:fillRef idx="0"/>
              <a:effectRef idx="0"/>
              <a:fontRef idx="minor"/>
            </p:style>
          </p:sp>
          <p:sp>
            <p:nvSpPr>
              <p:cNvPr id="152" name="Forme libre : Forme 26"/>
              <p:cNvSpPr/>
              <p:nvPr/>
            </p:nvSpPr>
            <p:spPr>
              <a:xfrm>
                <a:off x="11950200" y="6679080"/>
                <a:ext cx="254520" cy="177480"/>
              </a:xfrm>
              <a:custGeom>
                <a:avLst/>
                <a:gdLst/>
                <a:ahLst/>
                <a:rect l="l" t="t" r="r" b="b"/>
                <a:pathLst>
                  <a:path w="285940" h="199072">
                    <a:moveTo>
                      <a:pt x="0" y="199073"/>
                    </a:moveTo>
                    <a:cubicBezTo>
                      <a:pt x="0" y="199073"/>
                      <a:pt x="242125" y="39243"/>
                      <a:pt x="285940" y="0"/>
                    </a:cubicBezTo>
                  </a:path>
                </a:pathLst>
              </a:custGeom>
              <a:noFill/>
              <a:ln cap="rnd" w="9525">
                <a:solidFill>
                  <a:srgbClr val="41a6a6">
                    <a:alpha val="35000"/>
                  </a:srgbClr>
                </a:solidFill>
                <a:prstDash val="lgDash"/>
                <a:round/>
              </a:ln>
            </p:spPr>
            <p:style>
              <a:lnRef idx="0"/>
              <a:fillRef idx="0"/>
              <a:effectRef idx="0"/>
              <a:fontRef idx="minor"/>
            </p:style>
          </p:sp>
          <p:sp>
            <p:nvSpPr>
              <p:cNvPr id="153" name="Forme libre : Forme 30"/>
              <p:cNvSpPr/>
              <p:nvPr/>
            </p:nvSpPr>
            <p:spPr>
              <a:xfrm>
                <a:off x="11596320" y="6518520"/>
                <a:ext cx="583920" cy="340200"/>
              </a:xfrm>
              <a:custGeom>
                <a:avLst/>
                <a:gdLst/>
                <a:ahLst/>
                <a:rect l="l" t="t" r="r" b="b"/>
                <a:pathLst>
                  <a:path w="655796" h="381190">
                    <a:moveTo>
                      <a:pt x="0" y="381190"/>
                    </a:moveTo>
                    <a:cubicBezTo>
                      <a:pt x="0" y="381190"/>
                      <a:pt x="461105" y="172117"/>
                      <a:pt x="655796" y="0"/>
                    </a:cubicBezTo>
                  </a:path>
                </a:pathLst>
              </a:custGeom>
              <a:noFill/>
              <a:ln cap="rnd" w="9525">
                <a:solidFill>
                  <a:srgbClr val="41a6a6">
                    <a:alpha val="35000"/>
                  </a:srgbClr>
                </a:solidFill>
                <a:prstDash val="lgDash"/>
                <a:round/>
              </a:ln>
            </p:spPr>
            <p:style>
              <a:lnRef idx="0"/>
              <a:fillRef idx="0"/>
              <a:effectRef idx="0"/>
              <a:fontRef idx="minor"/>
            </p:style>
          </p:sp>
          <p:sp>
            <p:nvSpPr>
              <p:cNvPr id="154" name="Forme libre : Forme 31"/>
              <p:cNvSpPr/>
              <p:nvPr/>
            </p:nvSpPr>
            <p:spPr>
              <a:xfrm>
                <a:off x="9601560" y="5462280"/>
                <a:ext cx="2589840" cy="1380240"/>
              </a:xfrm>
              <a:custGeom>
                <a:avLst/>
                <a:gdLst/>
                <a:ah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cap="rnd" w="9525">
                <a:solidFill>
                  <a:srgbClr val="41a6a6">
                    <a:alpha val="35000"/>
                  </a:srgbClr>
                </a:solidFill>
                <a:prstDash val="lgDash"/>
                <a:round/>
              </a:ln>
            </p:spPr>
            <p:style>
              <a:lnRef idx="0"/>
              <a:fillRef idx="0"/>
              <a:effectRef idx="0"/>
              <a:fontRef idx="minor"/>
            </p:style>
          </p:sp>
          <p:sp>
            <p:nvSpPr>
              <p:cNvPr id="155" name="Forme libre : Forme 32"/>
              <p:cNvSpPr/>
              <p:nvPr/>
            </p:nvSpPr>
            <p:spPr>
              <a:xfrm>
                <a:off x="9382320" y="5114880"/>
                <a:ext cx="2822040" cy="1744560"/>
              </a:xfrm>
              <a:custGeom>
                <a:avLst/>
                <a:gdLst/>
                <a:ah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cap="rnd" w="9525">
                <a:solidFill>
                  <a:srgbClr val="41a6a6">
                    <a:alpha val="35000"/>
                  </a:srgbClr>
                </a:solidFill>
                <a:prstDash val="lgDash"/>
                <a:round/>
              </a:ln>
            </p:spPr>
            <p:style>
              <a:lnRef idx="0"/>
              <a:fillRef idx="0"/>
              <a:effectRef idx="0"/>
              <a:fontRef idx="minor"/>
            </p:style>
          </p:sp>
          <p:sp>
            <p:nvSpPr>
              <p:cNvPr id="156" name="Forme libre : Forme 36"/>
              <p:cNvSpPr/>
              <p:nvPr/>
            </p:nvSpPr>
            <p:spPr>
              <a:xfrm>
                <a:off x="9201240" y="4665960"/>
                <a:ext cx="2990160" cy="2190960"/>
              </a:xfrm>
              <a:custGeom>
                <a:avLst/>
                <a:gdLst/>
                <a:ah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cap="rnd" w="9525">
                <a:solidFill>
                  <a:srgbClr val="41a6a6">
                    <a:alpha val="35000"/>
                  </a:srgbClr>
                </a:solidFill>
                <a:prstDash val="lgDash"/>
                <a:round/>
              </a:ln>
            </p:spPr>
            <p:style>
              <a:lnRef idx="0"/>
              <a:fillRef idx="0"/>
              <a:effectRef idx="0"/>
              <a:fontRef idx="minor"/>
            </p:style>
          </p:sp>
        </p:grpSp>
        <p:sp>
          <p:nvSpPr>
            <p:cNvPr id="157" name="Forme libre : Forme 23"/>
            <p:cNvSpPr/>
            <p:nvPr/>
          </p:nvSpPr>
          <p:spPr>
            <a:xfrm>
              <a:off x="7993440" y="5198760"/>
              <a:ext cx="4211280" cy="1660320"/>
            </a:xfrm>
            <a:custGeom>
              <a:avLst/>
              <a:gdLst/>
              <a:ah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sp>
      </p:grpSp>
      <p:sp>
        <p:nvSpPr>
          <p:cNvPr id="158" name="PlaceHolder 5"/>
          <p:cNvSpPr>
            <a:spLocks noGrp="1"/>
          </p:cNvSpPr>
          <p:nvPr>
            <p:ph type="body"/>
          </p:nvPr>
        </p:nvSpPr>
        <p:spPr>
          <a:xfrm>
            <a:off x="829080" y="1829520"/>
            <a:ext cx="10505520" cy="4337640"/>
          </a:xfrm>
          <a:prstGeom prst="rect">
            <a:avLst/>
          </a:prstGeom>
          <a:noFill/>
          <a:ln w="0">
            <a:noFill/>
          </a:ln>
        </p:spPr>
        <p:txBody>
          <a:bodyPr anchor="t">
            <a:noAutofit/>
          </a:bodyPr>
          <a:p>
            <a:pPr marL="228600" indent="-228600">
              <a:lnSpc>
                <a:spcPct val="90000"/>
              </a:lnSpc>
              <a:spcBef>
                <a:spcPts val="1001"/>
              </a:spcBef>
              <a:buClr>
                <a:srgbClr val="404040"/>
              </a:buClr>
              <a:buFont typeface="Arial"/>
              <a:buChar char="•"/>
            </a:pPr>
            <a:r>
              <a:rPr b="0" lang="fr-FR" sz="2800" spc="-1" strike="noStrike">
                <a:solidFill>
                  <a:srgbClr val="404040"/>
                </a:solidFill>
                <a:latin typeface="Avenir Next LT Pro Light"/>
              </a:rPr>
              <a:t>Modifiez les styles du texte</a:t>
            </a:r>
            <a:endParaRPr b="0" lang="fr-FR" sz="2800" spc="-1" strike="noStrike">
              <a:solidFill>
                <a:srgbClr val="404040"/>
              </a:solidFill>
              <a:latin typeface="Avenir Next LT Pro Light"/>
            </a:endParaRPr>
          </a:p>
          <a:p>
            <a:pPr lvl="1" marL="685800" indent="-228600">
              <a:lnSpc>
                <a:spcPct val="90000"/>
              </a:lnSpc>
              <a:spcBef>
                <a:spcPts val="499"/>
              </a:spcBef>
              <a:buClr>
                <a:srgbClr val="404040"/>
              </a:buClr>
              <a:buFont typeface="Arial"/>
              <a:buChar char="•"/>
            </a:pPr>
            <a:r>
              <a:rPr b="0" lang="fr-FR" sz="2400" spc="-1" strike="noStrike">
                <a:solidFill>
                  <a:srgbClr val="404040"/>
                </a:solidFill>
                <a:latin typeface="Avenir Next LT Pro Light"/>
              </a:rPr>
              <a:t>Deuxième niveau</a:t>
            </a:r>
            <a:endParaRPr b="0" lang="fr-FR" sz="2400" spc="-1" strike="noStrike">
              <a:solidFill>
                <a:srgbClr val="404040"/>
              </a:solidFill>
              <a:latin typeface="Avenir Next LT Pro Light"/>
            </a:endParaRPr>
          </a:p>
          <a:p>
            <a:pPr lvl="2" marL="1143000" indent="-228600">
              <a:lnSpc>
                <a:spcPct val="90000"/>
              </a:lnSpc>
              <a:spcBef>
                <a:spcPts val="499"/>
              </a:spcBef>
              <a:buClr>
                <a:srgbClr val="404040"/>
              </a:buClr>
              <a:buFont typeface="Arial"/>
              <a:buChar char="•"/>
            </a:pPr>
            <a:r>
              <a:rPr b="0" lang="fr-FR" sz="2000" spc="-1" strike="noStrike">
                <a:solidFill>
                  <a:srgbClr val="404040"/>
                </a:solidFill>
                <a:latin typeface="Avenir Next LT Pro Light"/>
              </a:rPr>
              <a:t>Troisième niveau</a:t>
            </a:r>
            <a:endParaRPr b="0" lang="fr-FR" sz="2000" spc="-1" strike="noStrike">
              <a:solidFill>
                <a:srgbClr val="404040"/>
              </a:solidFill>
              <a:latin typeface="Avenir Next LT Pro Light"/>
            </a:endParaRPr>
          </a:p>
          <a:p>
            <a:pPr lvl="3" marL="1600200" indent="-228600">
              <a:lnSpc>
                <a:spcPct val="90000"/>
              </a:lnSpc>
              <a:spcBef>
                <a:spcPts val="499"/>
              </a:spcBef>
              <a:buClr>
                <a:srgbClr val="404040"/>
              </a:buClr>
              <a:buFont typeface="Arial"/>
              <a:buChar char="•"/>
            </a:pPr>
            <a:r>
              <a:rPr b="0" lang="fr-FR" sz="1800" spc="-1" strike="noStrike">
                <a:solidFill>
                  <a:srgbClr val="404040"/>
                </a:solidFill>
                <a:latin typeface="Avenir Next LT Pro Light"/>
              </a:rPr>
              <a:t>Quatrième niveau</a:t>
            </a:r>
            <a:endParaRPr b="0" lang="fr-FR" sz="1800" spc="-1" strike="noStrike">
              <a:solidFill>
                <a:srgbClr val="404040"/>
              </a:solidFill>
              <a:latin typeface="Avenir Next LT Pro Light"/>
            </a:endParaRPr>
          </a:p>
          <a:p>
            <a:pPr lvl="4" marL="2057400" indent="-228600">
              <a:lnSpc>
                <a:spcPct val="90000"/>
              </a:lnSpc>
              <a:spcBef>
                <a:spcPts val="499"/>
              </a:spcBef>
              <a:buClr>
                <a:srgbClr val="404040"/>
              </a:buClr>
              <a:buFont typeface="Arial"/>
              <a:buChar char="•"/>
            </a:pPr>
            <a:r>
              <a:rPr b="0" lang="fr-FR" sz="1800" spc="-1" strike="noStrike">
                <a:solidFill>
                  <a:srgbClr val="404040"/>
                </a:solidFill>
                <a:latin typeface="Avenir Next LT Pro Light"/>
              </a:rPr>
              <a:t>Cinquième niveau</a:t>
            </a:r>
            <a:endParaRPr b="0" lang="fr-FR" sz="1800" spc="-1" strike="noStrike">
              <a:solidFill>
                <a:srgbClr val="404040"/>
              </a:solidFill>
              <a:latin typeface="Avenir Next LT Pro Light"/>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841320" y="380880"/>
            <a:ext cx="10972440" cy="1325160"/>
          </a:xfrm>
          <a:prstGeom prst="rect">
            <a:avLst/>
          </a:prstGeom>
          <a:noFill/>
          <a:ln w="0">
            <a:noFill/>
          </a:ln>
        </p:spPr>
        <p:txBody>
          <a:bodyPr anchor="ctr">
            <a:noAutofit/>
          </a:bodyPr>
          <a:p>
            <a:pPr>
              <a:lnSpc>
                <a:spcPct val="90000"/>
              </a:lnSpc>
              <a:buNone/>
            </a:pPr>
            <a:r>
              <a:rPr b="0" lang="fr-FR" sz="3000" spc="29" strike="noStrike" cap="all">
                <a:solidFill>
                  <a:srgbClr val="404040"/>
                </a:solidFill>
                <a:latin typeface="Century Gothic"/>
              </a:rPr>
              <a:t>Modifiez le style du titre</a:t>
            </a:r>
            <a:endParaRPr b="0" lang="fr-FR" sz="3000" spc="-1" strike="noStrike">
              <a:solidFill>
                <a:srgbClr val="000000"/>
              </a:solidFill>
              <a:latin typeface="Avenir Next LT Pro Light"/>
            </a:endParaRPr>
          </a:p>
        </p:txBody>
      </p:sp>
      <p:sp>
        <p:nvSpPr>
          <p:cNvPr id="196" name="PlaceHolder 2"/>
          <p:cNvSpPr>
            <a:spLocks noGrp="1"/>
          </p:cNvSpPr>
          <p:nvPr>
            <p:ph type="body"/>
          </p:nvPr>
        </p:nvSpPr>
        <p:spPr>
          <a:xfrm>
            <a:off x="838080" y="1825560"/>
            <a:ext cx="5181120" cy="4350960"/>
          </a:xfrm>
          <a:prstGeom prst="rect">
            <a:avLst/>
          </a:prstGeom>
          <a:noFill/>
          <a:ln w="0">
            <a:noFill/>
          </a:ln>
        </p:spPr>
        <p:txBody>
          <a:bodyPr anchor="t">
            <a:noAutofit/>
          </a:bodyPr>
          <a:p>
            <a:pPr marL="228600" indent="-228600">
              <a:lnSpc>
                <a:spcPct val="90000"/>
              </a:lnSpc>
              <a:spcBef>
                <a:spcPts val="1001"/>
              </a:spcBef>
              <a:buClr>
                <a:srgbClr val="404040"/>
              </a:buClr>
              <a:buFont typeface="Arial"/>
              <a:buChar char="•"/>
            </a:pPr>
            <a:r>
              <a:rPr b="0" lang="fr-FR" sz="2800" spc="-1" strike="noStrike">
                <a:solidFill>
                  <a:srgbClr val="404040"/>
                </a:solidFill>
                <a:latin typeface="Avenir Next LT Pro Light"/>
              </a:rPr>
              <a:t>Modifiez les styles du texte</a:t>
            </a:r>
            <a:endParaRPr b="0" lang="fr-FR" sz="2800" spc="-1" strike="noStrike">
              <a:solidFill>
                <a:srgbClr val="404040"/>
              </a:solidFill>
              <a:latin typeface="Avenir Next LT Pro Light"/>
            </a:endParaRPr>
          </a:p>
          <a:p>
            <a:pPr lvl="1" marL="685800" indent="-228600">
              <a:lnSpc>
                <a:spcPct val="90000"/>
              </a:lnSpc>
              <a:spcBef>
                <a:spcPts val="499"/>
              </a:spcBef>
              <a:buClr>
                <a:srgbClr val="404040"/>
              </a:buClr>
              <a:buFont typeface="Arial"/>
              <a:buChar char="•"/>
            </a:pPr>
            <a:r>
              <a:rPr b="0" lang="fr-FR" sz="2400" spc="-1" strike="noStrike">
                <a:solidFill>
                  <a:srgbClr val="404040"/>
                </a:solidFill>
                <a:latin typeface="Avenir Next LT Pro Light"/>
              </a:rPr>
              <a:t>Deuxième niveau</a:t>
            </a:r>
            <a:endParaRPr b="0" lang="fr-FR" sz="2400" spc="-1" strike="noStrike">
              <a:solidFill>
                <a:srgbClr val="404040"/>
              </a:solidFill>
              <a:latin typeface="Avenir Next LT Pro Light"/>
            </a:endParaRPr>
          </a:p>
          <a:p>
            <a:pPr lvl="2" marL="1143000" indent="-228600">
              <a:lnSpc>
                <a:spcPct val="90000"/>
              </a:lnSpc>
              <a:spcBef>
                <a:spcPts val="499"/>
              </a:spcBef>
              <a:buClr>
                <a:srgbClr val="404040"/>
              </a:buClr>
              <a:buFont typeface="Arial"/>
              <a:buChar char="•"/>
            </a:pPr>
            <a:r>
              <a:rPr b="0" lang="fr-FR" sz="2000" spc="-1" strike="noStrike">
                <a:solidFill>
                  <a:srgbClr val="404040"/>
                </a:solidFill>
                <a:latin typeface="Avenir Next LT Pro Light"/>
              </a:rPr>
              <a:t>Troisième niveau</a:t>
            </a:r>
            <a:endParaRPr b="0" lang="fr-FR" sz="2000" spc="-1" strike="noStrike">
              <a:solidFill>
                <a:srgbClr val="404040"/>
              </a:solidFill>
              <a:latin typeface="Avenir Next LT Pro Light"/>
            </a:endParaRPr>
          </a:p>
          <a:p>
            <a:pPr lvl="3" marL="1600200" indent="-228600">
              <a:lnSpc>
                <a:spcPct val="90000"/>
              </a:lnSpc>
              <a:spcBef>
                <a:spcPts val="499"/>
              </a:spcBef>
              <a:buClr>
                <a:srgbClr val="404040"/>
              </a:buClr>
              <a:buFont typeface="Arial"/>
              <a:buChar char="•"/>
            </a:pPr>
            <a:r>
              <a:rPr b="0" lang="fr-FR" sz="1800" spc="-1" strike="noStrike">
                <a:solidFill>
                  <a:srgbClr val="404040"/>
                </a:solidFill>
                <a:latin typeface="Avenir Next LT Pro Light"/>
              </a:rPr>
              <a:t>Quatrième niveau</a:t>
            </a:r>
            <a:endParaRPr b="0" lang="fr-FR" sz="1800" spc="-1" strike="noStrike">
              <a:solidFill>
                <a:srgbClr val="404040"/>
              </a:solidFill>
              <a:latin typeface="Avenir Next LT Pro Light"/>
            </a:endParaRPr>
          </a:p>
          <a:p>
            <a:pPr lvl="4" marL="2057400" indent="-228600">
              <a:lnSpc>
                <a:spcPct val="90000"/>
              </a:lnSpc>
              <a:spcBef>
                <a:spcPts val="499"/>
              </a:spcBef>
              <a:buClr>
                <a:srgbClr val="404040"/>
              </a:buClr>
              <a:buFont typeface="Arial"/>
              <a:buChar char="•"/>
            </a:pPr>
            <a:r>
              <a:rPr b="0" lang="fr-FR" sz="1800" spc="-1" strike="noStrike">
                <a:solidFill>
                  <a:srgbClr val="404040"/>
                </a:solidFill>
                <a:latin typeface="Avenir Next LT Pro Light"/>
              </a:rPr>
              <a:t>Cinquième niveau</a:t>
            </a:r>
            <a:endParaRPr b="0" lang="fr-FR" sz="1800" spc="-1" strike="noStrike">
              <a:solidFill>
                <a:srgbClr val="404040"/>
              </a:solidFill>
              <a:latin typeface="Avenir Next LT Pro Light"/>
            </a:endParaRPr>
          </a:p>
        </p:txBody>
      </p:sp>
      <p:sp>
        <p:nvSpPr>
          <p:cNvPr id="197" name="PlaceHolder 3"/>
          <p:cNvSpPr>
            <a:spLocks noGrp="1"/>
          </p:cNvSpPr>
          <p:nvPr>
            <p:ph type="body"/>
          </p:nvPr>
        </p:nvSpPr>
        <p:spPr>
          <a:xfrm>
            <a:off x="6172200" y="1825560"/>
            <a:ext cx="5181120" cy="4350960"/>
          </a:xfrm>
          <a:prstGeom prst="rect">
            <a:avLst/>
          </a:prstGeom>
          <a:noFill/>
          <a:ln w="0">
            <a:noFill/>
          </a:ln>
        </p:spPr>
        <p:txBody>
          <a:bodyPr anchor="t">
            <a:noAutofit/>
          </a:bodyPr>
          <a:p>
            <a:pPr marL="228600" indent="-228600">
              <a:lnSpc>
                <a:spcPct val="90000"/>
              </a:lnSpc>
              <a:spcBef>
                <a:spcPts val="1001"/>
              </a:spcBef>
              <a:buClr>
                <a:srgbClr val="404040"/>
              </a:buClr>
              <a:buFont typeface="Arial"/>
              <a:buChar char="•"/>
            </a:pPr>
            <a:r>
              <a:rPr b="0" lang="fr-FR" sz="2800" spc="-1" strike="noStrike">
                <a:solidFill>
                  <a:srgbClr val="404040"/>
                </a:solidFill>
                <a:latin typeface="Avenir Next LT Pro Light"/>
              </a:rPr>
              <a:t>Modifiez les styles du texte</a:t>
            </a:r>
            <a:endParaRPr b="0" lang="fr-FR" sz="2800" spc="-1" strike="noStrike">
              <a:solidFill>
                <a:srgbClr val="404040"/>
              </a:solidFill>
              <a:latin typeface="Avenir Next LT Pro Light"/>
            </a:endParaRPr>
          </a:p>
          <a:p>
            <a:pPr lvl="1" marL="685800" indent="-228600">
              <a:lnSpc>
                <a:spcPct val="90000"/>
              </a:lnSpc>
              <a:spcBef>
                <a:spcPts val="499"/>
              </a:spcBef>
              <a:buClr>
                <a:srgbClr val="404040"/>
              </a:buClr>
              <a:buFont typeface="Arial"/>
              <a:buChar char="•"/>
            </a:pPr>
            <a:r>
              <a:rPr b="0" lang="fr-FR" sz="2400" spc="-1" strike="noStrike">
                <a:solidFill>
                  <a:srgbClr val="404040"/>
                </a:solidFill>
                <a:latin typeface="Avenir Next LT Pro Light"/>
              </a:rPr>
              <a:t>Deuxième niveau</a:t>
            </a:r>
            <a:endParaRPr b="0" lang="fr-FR" sz="2400" spc="-1" strike="noStrike">
              <a:solidFill>
                <a:srgbClr val="404040"/>
              </a:solidFill>
              <a:latin typeface="Avenir Next LT Pro Light"/>
            </a:endParaRPr>
          </a:p>
          <a:p>
            <a:pPr lvl="2" marL="1143000" indent="-228600">
              <a:lnSpc>
                <a:spcPct val="90000"/>
              </a:lnSpc>
              <a:spcBef>
                <a:spcPts val="499"/>
              </a:spcBef>
              <a:buClr>
                <a:srgbClr val="404040"/>
              </a:buClr>
              <a:buFont typeface="Arial"/>
              <a:buChar char="•"/>
            </a:pPr>
            <a:r>
              <a:rPr b="0" lang="fr-FR" sz="2000" spc="-1" strike="noStrike">
                <a:solidFill>
                  <a:srgbClr val="404040"/>
                </a:solidFill>
                <a:latin typeface="Avenir Next LT Pro Light"/>
              </a:rPr>
              <a:t>Troisième niveau</a:t>
            </a:r>
            <a:endParaRPr b="0" lang="fr-FR" sz="2000" spc="-1" strike="noStrike">
              <a:solidFill>
                <a:srgbClr val="404040"/>
              </a:solidFill>
              <a:latin typeface="Avenir Next LT Pro Light"/>
            </a:endParaRPr>
          </a:p>
          <a:p>
            <a:pPr lvl="3" marL="1600200" indent="-228600">
              <a:lnSpc>
                <a:spcPct val="90000"/>
              </a:lnSpc>
              <a:spcBef>
                <a:spcPts val="499"/>
              </a:spcBef>
              <a:buClr>
                <a:srgbClr val="404040"/>
              </a:buClr>
              <a:buFont typeface="Arial"/>
              <a:buChar char="•"/>
            </a:pPr>
            <a:r>
              <a:rPr b="0" lang="fr-FR" sz="1800" spc="-1" strike="noStrike">
                <a:solidFill>
                  <a:srgbClr val="404040"/>
                </a:solidFill>
                <a:latin typeface="Avenir Next LT Pro Light"/>
              </a:rPr>
              <a:t>Quatrième niveau</a:t>
            </a:r>
            <a:endParaRPr b="0" lang="fr-FR" sz="1800" spc="-1" strike="noStrike">
              <a:solidFill>
                <a:srgbClr val="404040"/>
              </a:solidFill>
              <a:latin typeface="Avenir Next LT Pro Light"/>
            </a:endParaRPr>
          </a:p>
          <a:p>
            <a:pPr lvl="4" marL="2057400" indent="-228600">
              <a:lnSpc>
                <a:spcPct val="90000"/>
              </a:lnSpc>
              <a:spcBef>
                <a:spcPts val="499"/>
              </a:spcBef>
              <a:buClr>
                <a:srgbClr val="404040"/>
              </a:buClr>
              <a:buFont typeface="Arial"/>
              <a:buChar char="•"/>
            </a:pPr>
            <a:r>
              <a:rPr b="0" lang="fr-FR" sz="1800" spc="-1" strike="noStrike">
                <a:solidFill>
                  <a:srgbClr val="404040"/>
                </a:solidFill>
                <a:latin typeface="Avenir Next LT Pro Light"/>
              </a:rPr>
              <a:t>Cinquième niveau</a:t>
            </a:r>
            <a:endParaRPr b="0" lang="fr-FR" sz="1800" spc="-1" strike="noStrike">
              <a:solidFill>
                <a:srgbClr val="404040"/>
              </a:solidFill>
              <a:latin typeface="Avenir Next LT Pro Light"/>
            </a:endParaRPr>
          </a:p>
        </p:txBody>
      </p:sp>
      <p:sp>
        <p:nvSpPr>
          <p:cNvPr id="198" name="PlaceHolder 4"/>
          <p:cNvSpPr>
            <a:spLocks noGrp="1"/>
          </p:cNvSpPr>
          <p:nvPr>
            <p:ph type="dt" idx="10"/>
          </p:nvPr>
        </p:nvSpPr>
        <p:spPr>
          <a:xfrm>
            <a:off x="838080" y="6356520"/>
            <a:ext cx="2742840" cy="364680"/>
          </a:xfrm>
          <a:prstGeom prst="rect">
            <a:avLst/>
          </a:prstGeom>
          <a:noFill/>
          <a:ln w="0">
            <a:noFill/>
          </a:ln>
        </p:spPr>
        <p:txBody>
          <a:bodyPr anchor="ctr">
            <a:noAutofit/>
          </a:bodyPr>
          <a:lstStyle>
            <a:lvl1pPr>
              <a:lnSpc>
                <a:spcPct val="100000"/>
              </a:lnSpc>
              <a:buNone/>
              <a:defRPr b="0" lang="fr-FR" sz="1200" spc="-1" strike="noStrike">
                <a:solidFill>
                  <a:srgbClr val="808080"/>
                </a:solidFill>
                <a:latin typeface="Avenir Next LT Pro Light"/>
              </a:defRPr>
            </a:lvl1pPr>
          </a:lstStyle>
          <a:p>
            <a:pPr>
              <a:lnSpc>
                <a:spcPct val="100000"/>
              </a:lnSpc>
              <a:buNone/>
            </a:pPr>
            <a:r>
              <a:rPr b="0" lang="fr-FR" sz="1200" spc="-1" strike="noStrike">
                <a:solidFill>
                  <a:srgbClr val="808080"/>
                </a:solidFill>
                <a:latin typeface="Avenir Next LT Pro Light"/>
              </a:rPr>
              <a:t>&lt;date/time&gt;</a:t>
            </a:r>
            <a:endParaRPr b="0" lang="fr-FR" sz="1200" spc="-1" strike="noStrike">
              <a:latin typeface="Times New Roman"/>
            </a:endParaRPr>
          </a:p>
        </p:txBody>
      </p:sp>
      <p:sp>
        <p:nvSpPr>
          <p:cNvPr id="199" name="PlaceHolder 5"/>
          <p:cNvSpPr>
            <a:spLocks noGrp="1"/>
          </p:cNvSpPr>
          <p:nvPr>
            <p:ph type="ftr" idx="11"/>
          </p:nvPr>
        </p:nvSpPr>
        <p:spPr>
          <a:xfrm>
            <a:off x="4038480" y="6356520"/>
            <a:ext cx="4114440" cy="364680"/>
          </a:xfrm>
          <a:prstGeom prst="rect">
            <a:avLst/>
          </a:prstGeom>
          <a:noFill/>
          <a:ln w="0">
            <a:noFill/>
          </a:ln>
        </p:spPr>
        <p:txBody>
          <a:bodyPr anchor="ctr">
            <a:noAutofit/>
          </a:bodyPr>
          <a:lstStyle>
            <a:lvl1pPr algn="ctr">
              <a:lnSpc>
                <a:spcPct val="100000"/>
              </a:lnSpc>
              <a:buNone/>
              <a:defRPr b="0" lang="fr-FR" sz="1200" spc="-1" strike="noStrike">
                <a:solidFill>
                  <a:srgbClr val="808080"/>
                </a:solidFill>
                <a:latin typeface="Avenir Next LT Pro Light"/>
              </a:defRPr>
            </a:lvl1pPr>
          </a:lstStyle>
          <a:p>
            <a:pPr algn="ctr">
              <a:lnSpc>
                <a:spcPct val="100000"/>
              </a:lnSpc>
              <a:buNone/>
            </a:pPr>
            <a:r>
              <a:rPr b="0" lang="fr-FR" sz="1200" spc="-1" strike="noStrike">
                <a:solidFill>
                  <a:srgbClr val="808080"/>
                </a:solidFill>
                <a:latin typeface="Avenir Next LT Pro Light"/>
              </a:rPr>
              <a:t>&lt;footer&gt;</a:t>
            </a:r>
            <a:endParaRPr b="0" lang="fr-FR" sz="1200" spc="-1" strike="noStrike">
              <a:latin typeface="Times New Roman"/>
            </a:endParaRPr>
          </a:p>
        </p:txBody>
      </p:sp>
      <p:sp>
        <p:nvSpPr>
          <p:cNvPr id="200" name="PlaceHolder 6"/>
          <p:cNvSpPr>
            <a:spLocks noGrp="1"/>
          </p:cNvSpPr>
          <p:nvPr>
            <p:ph type="sldNum" idx="12"/>
          </p:nvPr>
        </p:nvSpPr>
        <p:spPr>
          <a:xfrm>
            <a:off x="8610480" y="6356520"/>
            <a:ext cx="2742840" cy="364680"/>
          </a:xfrm>
          <a:prstGeom prst="rect">
            <a:avLst/>
          </a:prstGeom>
          <a:noFill/>
          <a:ln w="0">
            <a:noFill/>
          </a:ln>
        </p:spPr>
        <p:txBody>
          <a:bodyPr anchor="ctr">
            <a:noAutofit/>
          </a:bodyPr>
          <a:lstStyle>
            <a:lvl1pPr algn="r">
              <a:lnSpc>
                <a:spcPct val="100000"/>
              </a:lnSpc>
              <a:buNone/>
              <a:defRPr b="0" lang="fr-FR" sz="1200" spc="-1" strike="noStrike">
                <a:solidFill>
                  <a:srgbClr val="808080"/>
                </a:solidFill>
                <a:latin typeface="Avenir Next LT Pro Light"/>
              </a:defRPr>
            </a:lvl1pPr>
          </a:lstStyle>
          <a:p>
            <a:pPr algn="r">
              <a:lnSpc>
                <a:spcPct val="100000"/>
              </a:lnSpc>
              <a:buNone/>
            </a:pPr>
            <a:fld id="{2475E5CD-1F96-4414-A4A7-FBECA5C70614}" type="slidenum">
              <a:rPr b="0" lang="fr-FR" sz="1200" spc="-1" strike="noStrike">
                <a:solidFill>
                  <a:srgbClr val="808080"/>
                </a:solidFill>
                <a:latin typeface="Avenir Next LT Pro Light"/>
              </a:rPr>
              <a:t>&lt;number&gt;</a:t>
            </a:fld>
            <a:endParaRPr b="0" lang="fr-FR"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slideLayout" Target="../slideLayouts/slideLayout1.xml"/><Relationship Id="rId6"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25.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25.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gif"/><Relationship Id="rId3" Type="http://schemas.openxmlformats.org/officeDocument/2006/relationships/slideLayout" Target="../slideLayouts/slideLayout25.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37.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37.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25.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5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png"/><Relationship Id="rId3" Type="http://schemas.openxmlformats.org/officeDocument/2006/relationships/slideLayout" Target="../slideLayouts/slideLayout25.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png"/><Relationship Id="rId3" Type="http://schemas.openxmlformats.org/officeDocument/2006/relationships/slideLayout" Target="../slideLayouts/slideLayout25.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hyperlink" Target="https://www.ofb.gouv.fr/" TargetMode="External"/><Relationship Id="rId2" Type="http://schemas.openxmlformats.org/officeDocument/2006/relationships/hyperlink" Target="https://fr.wikipedia.org/wiki/Wikip&#233;dia" TargetMode="External"/><Relationship Id="rId3" Type="http://schemas.openxmlformats.org/officeDocument/2006/relationships/hyperlink" Target="https://fr.wikipedia.org/wiki/Histoire_&#233;volutive_des_c&#233;tac&#233;s" TargetMode="External"/><Relationship Id="rId4" Type="http://schemas.openxmlformats.org/officeDocument/2006/relationships/hyperlink" Target="https://fr.wikipedia.org/wiki/Mammif&#232;re_marin" TargetMode="External"/><Relationship Id="rId5" Type="http://schemas.openxmlformats.org/officeDocument/2006/relationships/hyperlink" Target="https://fr.wikipedia.org/wiki/Odontoceti" TargetMode="External"/><Relationship Id="rId6" Type="http://schemas.openxmlformats.org/officeDocument/2006/relationships/image" Target="../media/image26.jpeg"/><Relationship Id="rId7" Type="http://schemas.openxmlformats.org/officeDocument/2006/relationships/hyperlink" Target="https://www.mnhn.fr/fr" TargetMode="External"/><Relationship Id="rId8" Type="http://schemas.openxmlformats.org/officeDocument/2006/relationships/hyperlink" Target="https://www.mnhn.fr/fr/cetaces" TargetMode="External"/><Relationship Id="rId9" Type="http://schemas.openxmlformats.org/officeDocument/2006/relationships/hyperlink" Target="https://www.mnhn.fr/fr/la-grande-evolution-des-cetaces-a-la-conquete-des-oceans" TargetMode="External"/><Relationship Id="rId10" Type="http://schemas.openxmlformats.org/officeDocument/2006/relationships/hyperlink" Target="https://www.mnhn.fr/fr/les-cetaces-des-mammiferes-en-danger" TargetMode="External"/><Relationship Id="rId11" Type="http://schemas.openxmlformats.org/officeDocument/2006/relationships/slideLayout" Target="../slideLayouts/slideLayout25.xml"/><Relationship Id="rId1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380880" y="4814280"/>
            <a:ext cx="11429640" cy="914040"/>
          </a:xfrm>
          <a:prstGeom prst="rect">
            <a:avLst/>
          </a:prstGeom>
          <a:noFill/>
          <a:ln w="0">
            <a:noFill/>
          </a:ln>
        </p:spPr>
        <p:txBody>
          <a:bodyPr anchor="b">
            <a:normAutofit fontScale="82000"/>
          </a:bodyPr>
          <a:p>
            <a:pPr algn="ctr">
              <a:lnSpc>
                <a:spcPct val="90000"/>
              </a:lnSpc>
              <a:buNone/>
            </a:pPr>
            <a:r>
              <a:rPr b="0" lang="fr-FR" sz="4400" spc="29" strike="noStrike" cap="all">
                <a:solidFill>
                  <a:srgbClr val="404040"/>
                </a:solidFill>
                <a:latin typeface="Century Gothic"/>
              </a:rPr>
              <a:t>Odontocètes : Passé, présent et futur</a:t>
            </a:r>
            <a:endParaRPr b="0" lang="fr-FR" sz="4400" spc="-1" strike="noStrike">
              <a:solidFill>
                <a:srgbClr val="000000"/>
              </a:solidFill>
              <a:latin typeface="Avenir Next LT Pro Light"/>
            </a:endParaRPr>
          </a:p>
        </p:txBody>
      </p:sp>
      <p:pic>
        <p:nvPicPr>
          <p:cNvPr id="244" name="Espace réservé d’image 51" descr="photo d’un pissenlit&#10;"/>
          <p:cNvPicPr/>
          <p:nvPr/>
        </p:nvPicPr>
        <p:blipFill>
          <a:blip r:embed="rId1"/>
          <a:stretch/>
        </p:blipFill>
        <p:spPr>
          <a:xfrm>
            <a:off x="0" y="0"/>
            <a:ext cx="2971440" cy="4498560"/>
          </a:xfrm>
          <a:prstGeom prst="rect">
            <a:avLst/>
          </a:prstGeom>
          <a:ln w="0">
            <a:noFill/>
          </a:ln>
        </p:spPr>
      </p:pic>
      <p:pic>
        <p:nvPicPr>
          <p:cNvPr id="245" name="Espace réservé d’image 12" descr="photo d’un corail orange vif dans l’céan&#10;&#10;"/>
          <p:cNvPicPr/>
          <p:nvPr/>
        </p:nvPicPr>
        <p:blipFill>
          <a:blip r:embed="rId2"/>
          <a:stretch/>
        </p:blipFill>
        <p:spPr>
          <a:xfrm>
            <a:off x="3088800" y="0"/>
            <a:ext cx="2971440" cy="4498560"/>
          </a:xfrm>
          <a:prstGeom prst="rect">
            <a:avLst/>
          </a:prstGeom>
          <a:ln w="0">
            <a:noFill/>
          </a:ln>
        </p:spPr>
      </p:pic>
      <p:pic>
        <p:nvPicPr>
          <p:cNvPr id="246" name="Espace réservé d’image 25" descr="photo d’un corail bleu et jaune&#10;"/>
          <p:cNvPicPr/>
          <p:nvPr/>
        </p:nvPicPr>
        <p:blipFill>
          <a:blip r:embed="rId3"/>
          <a:stretch/>
        </p:blipFill>
        <p:spPr>
          <a:xfrm>
            <a:off x="6177240" y="0"/>
            <a:ext cx="2971440" cy="4498560"/>
          </a:xfrm>
          <a:prstGeom prst="rect">
            <a:avLst/>
          </a:prstGeom>
          <a:ln w="0">
            <a:noFill/>
          </a:ln>
        </p:spPr>
      </p:pic>
      <p:pic>
        <p:nvPicPr>
          <p:cNvPr id="247" name="Espace réservé d’image 29" descr="Une photo contenant des invertébrés, des coelentérés, des méduses&#10;&#10;"/>
          <p:cNvPicPr/>
          <p:nvPr/>
        </p:nvPicPr>
        <p:blipFill>
          <a:blip r:embed="rId4"/>
          <a:stretch/>
        </p:blipFill>
        <p:spPr>
          <a:xfrm>
            <a:off x="9266040" y="0"/>
            <a:ext cx="2971440" cy="4498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841320" y="380880"/>
            <a:ext cx="2860920" cy="1325160"/>
          </a:xfrm>
          <a:prstGeom prst="rect">
            <a:avLst/>
          </a:prstGeom>
          <a:noFill/>
          <a:ln w="0">
            <a:noFill/>
          </a:ln>
        </p:spPr>
        <p:txBody>
          <a:bodyPr anchor="ctr">
            <a:noAutofit/>
          </a:bodyPr>
          <a:p>
            <a:pPr>
              <a:lnSpc>
                <a:spcPct val="90000"/>
              </a:lnSpc>
              <a:buNone/>
            </a:pPr>
            <a:r>
              <a:rPr b="0" lang="fr-FR" sz="3000" spc="29" strike="noStrike" cap="all">
                <a:solidFill>
                  <a:srgbClr val="404040"/>
                </a:solidFill>
                <a:latin typeface="Century Gothic"/>
              </a:rPr>
              <a:t>Sommaire</a:t>
            </a:r>
            <a:endParaRPr b="0" lang="fr-FR" sz="3000" spc="-1" strike="noStrike">
              <a:solidFill>
                <a:srgbClr val="000000"/>
              </a:solidFill>
              <a:latin typeface="Avenir Next LT Pro Light"/>
            </a:endParaRPr>
          </a:p>
        </p:txBody>
      </p:sp>
      <p:sp>
        <p:nvSpPr>
          <p:cNvPr id="249" name="PlaceHolder 2"/>
          <p:cNvSpPr>
            <a:spLocks noGrp="1"/>
          </p:cNvSpPr>
          <p:nvPr>
            <p:ph/>
          </p:nvPr>
        </p:nvSpPr>
        <p:spPr>
          <a:xfrm>
            <a:off x="841320" y="1789200"/>
            <a:ext cx="2860920" cy="3281400"/>
          </a:xfrm>
          <a:prstGeom prst="rect">
            <a:avLst/>
          </a:prstGeom>
          <a:noFill/>
          <a:ln w="0">
            <a:noFill/>
          </a:ln>
        </p:spPr>
        <p:txBody>
          <a:bodyPr anchor="t">
            <a:normAutofit fontScale="93000"/>
          </a:bodyPr>
          <a:p>
            <a:pPr>
              <a:lnSpc>
                <a:spcPts val="2200"/>
              </a:lnSpc>
              <a:spcBef>
                <a:spcPts val="1001"/>
              </a:spcBef>
              <a:buNone/>
              <a:tabLst>
                <a:tab algn="l" pos="0"/>
              </a:tabLst>
            </a:pPr>
            <a:r>
              <a:rPr b="0" lang="fr-FR" sz="1600" spc="-1" strike="noStrike">
                <a:solidFill>
                  <a:srgbClr val="404040"/>
                </a:solidFill>
                <a:latin typeface="Avenir Next LT Pro Light"/>
              </a:rPr>
              <a:t>Description</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Type d’écosystème</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Régions d’habitation</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Rôle dans la vie océanique</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Évolution au cours du temps</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Facteurs de stress</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Actions possibles</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Sources</a:t>
            </a:r>
            <a:endParaRPr b="0" lang="fr-FR" sz="1600" spc="-1" strike="noStrike">
              <a:solidFill>
                <a:srgbClr val="404040"/>
              </a:solidFill>
              <a:latin typeface="Avenir Next LT Pro Light"/>
            </a:endParaRPr>
          </a:p>
        </p:txBody>
      </p:sp>
      <p:pic>
        <p:nvPicPr>
          <p:cNvPr id="250" name="Espace réservé d’image 12" descr="photo d’un corail orange vif dans la mer&#10;&#10;"/>
          <p:cNvPicPr/>
          <p:nvPr/>
        </p:nvPicPr>
        <p:blipFill>
          <a:blip r:embed="rId1"/>
          <a:stretch/>
        </p:blipFill>
        <p:spPr>
          <a:xfrm>
            <a:off x="4035600" y="0"/>
            <a:ext cx="8156160" cy="6857640"/>
          </a:xfrm>
          <a:prstGeom prst="rect">
            <a:avLst/>
          </a:prstGeom>
          <a:ln w="0">
            <a:noFill/>
          </a:ln>
        </p:spPr>
      </p:pic>
      <p:sp>
        <p:nvSpPr>
          <p:cNvPr id="251" name="PlaceHolder 3"/>
          <p:cNvSpPr>
            <a:spLocks noGrp="1"/>
          </p:cNvSpPr>
          <p:nvPr>
            <p:ph type="ftr" idx="16"/>
          </p:nvPr>
        </p:nvSpPr>
        <p:spPr>
          <a:xfrm>
            <a:off x="4038480" y="6356520"/>
            <a:ext cx="4114440" cy="364680"/>
          </a:xfrm>
          <a:prstGeom prst="rect">
            <a:avLst/>
          </a:prstGeom>
          <a:noFill/>
          <a:ln w="0">
            <a:noFill/>
          </a:ln>
        </p:spPr>
        <p:txBody>
          <a:bodyPr anchor="ctr">
            <a:noAutofit/>
          </a:bodyPr>
          <a:lstStyle>
            <a:lvl1pPr algn="ctr">
              <a:lnSpc>
                <a:spcPct val="100000"/>
              </a:lnSpc>
              <a:buNone/>
              <a:defRPr b="0" lang="fr-FR" sz="1200" spc="-1" strike="noStrike">
                <a:solidFill>
                  <a:srgbClr val="808080"/>
                </a:solidFill>
                <a:latin typeface="Avenir Next LT Pro Light"/>
              </a:defRPr>
            </a:lvl1pPr>
          </a:lstStyle>
          <a:p>
            <a:pPr algn="ctr">
              <a:lnSpc>
                <a:spcPct val="100000"/>
              </a:lnSpc>
              <a:buNone/>
            </a:pPr>
            <a:r>
              <a:rPr b="0" lang="fr-FR" sz="1200" spc="-1" strike="noStrike">
                <a:solidFill>
                  <a:srgbClr val="808080"/>
                </a:solidFill>
                <a:latin typeface="Avenir Next LT Pro Light"/>
              </a:rPr>
              <a:t>Odontocètes : Passé, présent et futur</a:t>
            </a:r>
            <a:endParaRPr b="0" lang="fr-FR" sz="1200" spc="-1" strike="noStrike">
              <a:latin typeface="Times New Roman"/>
            </a:endParaRPr>
          </a:p>
        </p:txBody>
      </p:sp>
      <p:sp>
        <p:nvSpPr>
          <p:cNvPr id="252" name="PlaceHolder 4"/>
          <p:cNvSpPr>
            <a:spLocks noGrp="1"/>
          </p:cNvSpPr>
          <p:nvPr>
            <p:ph type="sldNum" idx="17"/>
          </p:nvPr>
        </p:nvSpPr>
        <p:spPr>
          <a:xfrm>
            <a:off x="8610480" y="6356520"/>
            <a:ext cx="2742840" cy="364680"/>
          </a:xfrm>
          <a:prstGeom prst="rect">
            <a:avLst/>
          </a:prstGeom>
          <a:noFill/>
          <a:ln w="0">
            <a:noFill/>
          </a:ln>
        </p:spPr>
        <p:txBody>
          <a:bodyPr anchor="ctr">
            <a:noAutofit/>
          </a:bodyPr>
          <a:lstStyle>
            <a:lvl1pPr algn="r">
              <a:lnSpc>
                <a:spcPct val="100000"/>
              </a:lnSpc>
              <a:buNone/>
              <a:defRPr b="0" lang="fr-FR" sz="1200" spc="-1" strike="noStrike">
                <a:solidFill>
                  <a:srgbClr val="808080"/>
                </a:solidFill>
                <a:latin typeface="Avenir Next LT Pro Light"/>
              </a:defRPr>
            </a:lvl1pPr>
          </a:lstStyle>
          <a:p>
            <a:pPr algn="r">
              <a:lnSpc>
                <a:spcPct val="100000"/>
              </a:lnSpc>
              <a:buNone/>
            </a:pPr>
            <a:fld id="{1553BA98-A7C8-409B-B4C5-BB010EFFA23D}" type="slidenum">
              <a:rPr b="0" lang="fr-FR" sz="1200" spc="-1" strike="noStrike">
                <a:solidFill>
                  <a:srgbClr val="808080"/>
                </a:solidFill>
                <a:latin typeface="Avenir Next LT Pro Light"/>
              </a:rPr>
              <a:t>2</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Description : classification</a:t>
            </a:r>
            <a:endParaRPr b="0" lang="fr-FR" sz="3000" spc="-1" strike="noStrike">
              <a:solidFill>
                <a:srgbClr val="000000"/>
              </a:solidFill>
              <a:latin typeface="Avenir Next LT Pro Light"/>
            </a:endParaRPr>
          </a:p>
        </p:txBody>
      </p:sp>
      <p:sp>
        <p:nvSpPr>
          <p:cNvPr id="254" name="PlaceHolder 2"/>
          <p:cNvSpPr>
            <a:spLocks noGrp="1"/>
          </p:cNvSpPr>
          <p:nvPr>
            <p:ph/>
          </p:nvPr>
        </p:nvSpPr>
        <p:spPr>
          <a:xfrm>
            <a:off x="841320" y="1789200"/>
            <a:ext cx="4571640" cy="4166280"/>
          </a:xfrm>
          <a:prstGeom prst="rect">
            <a:avLst/>
          </a:prstGeom>
          <a:noFill/>
          <a:ln w="0">
            <a:noFill/>
          </a:ln>
        </p:spPr>
        <p:txBody>
          <a:bodyPr anchor="t">
            <a:normAutofit fontScale="97000"/>
          </a:bodyPr>
          <a:p>
            <a:pPr>
              <a:lnSpc>
                <a:spcPts val="2200"/>
              </a:lnSpc>
              <a:spcBef>
                <a:spcPts val="1001"/>
              </a:spcBef>
              <a:buNone/>
              <a:tabLst>
                <a:tab algn="l" pos="0"/>
              </a:tabLst>
            </a:pPr>
            <a:r>
              <a:rPr b="0" lang="fr-FR" sz="1600" spc="-1" strike="noStrike">
                <a:solidFill>
                  <a:srgbClr val="404040"/>
                </a:solidFill>
                <a:latin typeface="Avenir Next LT Pro Light"/>
              </a:rPr>
              <a:t>Les odontocètes, également connus sous le nom de cétacés à dents, sont des mammifères marins appartenant à l’ordre des cétacés.</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Ces mammifères sont caractérisés par la présence de dents, contrairement aux mysticètes, l’autre groupe de cétacés, qui possèdent des fanons (sorte de lames cornées servant à filtrer l’eau).</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Ce groupe est constitué de 69 espèces réparties en 9 familles. On peut y trouver les bélugas, cachalots, orques, dauphins, marsouins, narvals ou encore globicéphales.</a:t>
            </a:r>
            <a:endParaRPr b="0" lang="fr-FR" sz="1600" spc="-1" strike="noStrike">
              <a:solidFill>
                <a:srgbClr val="404040"/>
              </a:solidFill>
              <a:latin typeface="Avenir Next LT Pro Light"/>
            </a:endParaRPr>
          </a:p>
        </p:txBody>
      </p:sp>
      <p:pic>
        <p:nvPicPr>
          <p:cNvPr id="255" name="Espace réservé d’image 16" descr=""/>
          <p:cNvPicPr/>
          <p:nvPr/>
        </p:nvPicPr>
        <p:blipFill>
          <a:blip r:embed="rId1"/>
          <a:srcRect l="0" t="134" r="0" b="625"/>
          <a:stretch/>
        </p:blipFill>
        <p:spPr>
          <a:xfrm>
            <a:off x="8132040" y="0"/>
            <a:ext cx="4059720" cy="6857640"/>
          </a:xfrm>
          <a:prstGeom prst="rect">
            <a:avLst/>
          </a:prstGeom>
          <a:ln w="0">
            <a:noFill/>
          </a:ln>
        </p:spPr>
      </p:pic>
      <p:pic>
        <p:nvPicPr>
          <p:cNvPr id="256" name="Espace réservé pour une image  7" descr="Une image contenant mammifère, mammifère aquatiques, dauphin, Mammifère marin&#10;&#10;Description générée automatiquement"/>
          <p:cNvPicPr/>
          <p:nvPr/>
        </p:nvPicPr>
        <p:blipFill>
          <a:blip r:embed="rId2"/>
          <a:srcRect l="12089" t="0" r="21006" b="0"/>
          <a:stretch/>
        </p:blipFill>
        <p:spPr>
          <a:xfrm>
            <a:off x="6095520" y="1412640"/>
            <a:ext cx="4041360" cy="4032000"/>
          </a:xfrm>
          <a:prstGeom prst="rect">
            <a:avLst/>
          </a:prstGeom>
          <a:ln w="101600">
            <a:solidFill>
              <a:srgbClr val="ffffff"/>
            </a:solidFill>
            <a:round/>
          </a:ln>
        </p:spPr>
      </p:pic>
      <p:sp>
        <p:nvSpPr>
          <p:cNvPr id="257" name="PlaceHolder 3"/>
          <p:cNvSpPr>
            <a:spLocks noGrp="1"/>
          </p:cNvSpPr>
          <p:nvPr>
            <p:ph type="ftr" idx="18"/>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258" name="PlaceHolder 4"/>
          <p:cNvSpPr>
            <a:spLocks noGrp="1"/>
          </p:cNvSpPr>
          <p:nvPr>
            <p:ph type="sldNum" idx="19"/>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8C6AA427-111B-4935-B66F-7DBE0A01BBDF}" type="slidenum">
              <a:rPr b="0" lang="fr-FR" sz="1200" spc="-1" strike="noStrike">
                <a:solidFill>
                  <a:srgbClr val="808080"/>
                </a:solidFill>
                <a:latin typeface="Avenir Next LT Pro Light"/>
              </a:rPr>
              <a:t>3</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Description :</a:t>
            </a:r>
            <a:br>
              <a:rPr sz="3000"/>
            </a:br>
            <a:r>
              <a:rPr b="0" lang="fr-FR" sz="3000" spc="29" strike="noStrike" cap="all">
                <a:solidFill>
                  <a:srgbClr val="404040"/>
                </a:solidFill>
                <a:latin typeface="Century Gothic"/>
              </a:rPr>
              <a:t>anatomie</a:t>
            </a:r>
            <a:endParaRPr b="0" lang="fr-FR" sz="3000" spc="-1" strike="noStrike">
              <a:solidFill>
                <a:srgbClr val="000000"/>
              </a:solidFill>
              <a:latin typeface="Avenir Next LT Pro Light"/>
            </a:endParaRPr>
          </a:p>
        </p:txBody>
      </p:sp>
      <p:sp>
        <p:nvSpPr>
          <p:cNvPr id="260" name="PlaceHolder 2"/>
          <p:cNvSpPr>
            <a:spLocks noGrp="1"/>
          </p:cNvSpPr>
          <p:nvPr>
            <p:ph/>
          </p:nvPr>
        </p:nvSpPr>
        <p:spPr>
          <a:xfrm>
            <a:off x="841320" y="1789200"/>
            <a:ext cx="4571640" cy="4430520"/>
          </a:xfrm>
          <a:prstGeom prst="rect">
            <a:avLst/>
          </a:prstGeom>
          <a:noFill/>
          <a:ln w="0">
            <a:noFill/>
          </a:ln>
        </p:spPr>
        <p:txBody>
          <a:bodyPr anchor="t">
            <a:normAutofit fontScale="91000"/>
          </a:bodyPr>
          <a:p>
            <a:pPr>
              <a:lnSpc>
                <a:spcPts val="2200"/>
              </a:lnSpc>
              <a:spcBef>
                <a:spcPts val="1001"/>
              </a:spcBef>
              <a:buNone/>
              <a:tabLst>
                <a:tab algn="l" pos="0"/>
              </a:tabLst>
            </a:pPr>
            <a:r>
              <a:rPr b="0" lang="fr-FR" sz="1600" spc="-1" strike="noStrike">
                <a:solidFill>
                  <a:srgbClr val="404040"/>
                </a:solidFill>
                <a:latin typeface="Avenir Next LT Pro Light"/>
              </a:rPr>
              <a:t>Les odontocètes possèdent les caractéristiques suivantes :</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Homodontes (toutes leurs dents sont identiques)</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Un évent (contrairement aux mysticètes qui en ont deux)</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Généralement plus petits que les mysticètes</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Ont un crâne asymétrique</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Vivent en communauté structurée</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Possèdent une grande intelligence (les dauphins se reconnaissent dans la cadre du test du miroir de Gallup)</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Utilisent l’écholocalisation</a:t>
            </a:r>
            <a:endParaRPr b="0" lang="fr-FR" sz="1600" spc="-1" strike="noStrike">
              <a:solidFill>
                <a:srgbClr val="404040"/>
              </a:solidFill>
              <a:latin typeface="Avenir Next LT Pro Light"/>
            </a:endParaRPr>
          </a:p>
        </p:txBody>
      </p:sp>
      <p:pic>
        <p:nvPicPr>
          <p:cNvPr id="261" name="Espace réservé d’image 16" descr=""/>
          <p:cNvPicPr/>
          <p:nvPr/>
        </p:nvPicPr>
        <p:blipFill>
          <a:blip r:embed="rId1"/>
          <a:srcRect l="5221" t="0" r="5221" b="0"/>
          <a:stretch/>
        </p:blipFill>
        <p:spPr>
          <a:xfrm>
            <a:off x="8132040" y="0"/>
            <a:ext cx="4059720" cy="6857640"/>
          </a:xfrm>
          <a:prstGeom prst="rect">
            <a:avLst/>
          </a:prstGeom>
          <a:ln w="0">
            <a:noFill/>
          </a:ln>
        </p:spPr>
      </p:pic>
      <p:sp>
        <p:nvSpPr>
          <p:cNvPr id="262" name="PlaceHolder 3"/>
          <p:cNvSpPr>
            <a:spLocks noGrp="1"/>
          </p:cNvSpPr>
          <p:nvPr>
            <p:ph type="ftr" idx="20"/>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263" name="PlaceHolder 4"/>
          <p:cNvSpPr>
            <a:spLocks noGrp="1"/>
          </p:cNvSpPr>
          <p:nvPr>
            <p:ph type="sldNum" idx="21"/>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FC75684C-DD07-4129-94C4-D8FDE9A54A59}" type="slidenum">
              <a:rPr b="0" lang="fr-FR" sz="1200" spc="-1" strike="noStrike">
                <a:solidFill>
                  <a:srgbClr val="808080"/>
                </a:solidFill>
                <a:latin typeface="Avenir Next LT Pro Light"/>
              </a:rPr>
              <a:t>4</a:t>
            </a:fld>
            <a:endParaRPr b="0" lang="fr-FR" sz="1200" spc="-1" strike="noStrike">
              <a:latin typeface="Times New Roman"/>
            </a:endParaRPr>
          </a:p>
        </p:txBody>
      </p:sp>
      <p:pic>
        <p:nvPicPr>
          <p:cNvPr id="264" name="Espace réservé pour une image  6" descr="Une image contenant Fossile, intérieur, art&#10;&#10;Description générée automatiquement"/>
          <p:cNvPicPr/>
          <p:nvPr/>
        </p:nvPicPr>
        <p:blipFill>
          <a:blip r:embed="rId2"/>
          <a:srcRect l="0" t="9729" r="0" b="9729"/>
          <a:stretch/>
        </p:blipFill>
        <p:spPr>
          <a:xfrm>
            <a:off x="6095520" y="1412640"/>
            <a:ext cx="4041360" cy="4032000"/>
          </a:xfrm>
          <a:prstGeom prst="rect">
            <a:avLst/>
          </a:prstGeom>
          <a:ln w="101600">
            <a:solidFill>
              <a:srgbClr val="ffffff"/>
            </a:solidFill>
            <a:round/>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2800" spc="29" strike="noStrike" cap="all">
                <a:solidFill>
                  <a:srgbClr val="404040"/>
                </a:solidFill>
                <a:latin typeface="Century Gothic"/>
              </a:rPr>
              <a:t>Description :</a:t>
            </a:r>
            <a:br>
              <a:rPr sz="2800"/>
            </a:br>
            <a:r>
              <a:rPr b="0" lang="fr-FR" sz="2800" spc="29" strike="noStrike" cap="all">
                <a:solidFill>
                  <a:srgbClr val="404040"/>
                </a:solidFill>
                <a:latin typeface="Century Gothic"/>
              </a:rPr>
              <a:t>Anatomie, l’écholocalisation</a:t>
            </a:r>
            <a:endParaRPr b="0" lang="fr-FR" sz="2800" spc="-1" strike="noStrike">
              <a:solidFill>
                <a:srgbClr val="000000"/>
              </a:solidFill>
              <a:latin typeface="Avenir Next LT Pro Light"/>
            </a:endParaRPr>
          </a:p>
        </p:txBody>
      </p:sp>
      <p:sp>
        <p:nvSpPr>
          <p:cNvPr id="266" name="PlaceHolder 2"/>
          <p:cNvSpPr>
            <a:spLocks noGrp="1"/>
          </p:cNvSpPr>
          <p:nvPr>
            <p:ph/>
          </p:nvPr>
        </p:nvSpPr>
        <p:spPr>
          <a:xfrm>
            <a:off x="841320" y="1789200"/>
            <a:ext cx="4571640" cy="4166280"/>
          </a:xfrm>
          <a:prstGeom prst="rect">
            <a:avLst/>
          </a:prstGeom>
          <a:noFill/>
          <a:ln w="0">
            <a:noFill/>
          </a:ln>
        </p:spPr>
        <p:txBody>
          <a:bodyPr anchor="t">
            <a:normAutofit/>
          </a:bodyPr>
          <a:p>
            <a:pPr>
              <a:lnSpc>
                <a:spcPts val="2200"/>
              </a:lnSpc>
              <a:spcBef>
                <a:spcPts val="1001"/>
              </a:spcBef>
              <a:buNone/>
              <a:tabLst>
                <a:tab algn="l" pos="0"/>
              </a:tabLst>
            </a:pPr>
            <a:r>
              <a:rPr b="0" lang="fr-FR" sz="1600" spc="-1" strike="noStrike">
                <a:solidFill>
                  <a:srgbClr val="404040"/>
                </a:solidFill>
                <a:latin typeface="Avenir Next LT Pro Light"/>
              </a:rPr>
              <a:t>Ces mammifères font partie des rares espèces animales à pouvoir utiliser l’écholocalisation grâce aux ultrasons, ce qui leurs permet de s’orienter et de localiser leurs proies.</a:t>
            </a:r>
            <a:endParaRPr b="0" lang="fr-FR" sz="1600" spc="-1" strike="noStrike">
              <a:solidFill>
                <a:srgbClr val="404040"/>
              </a:solidFill>
              <a:latin typeface="Avenir Next LT Pro Light"/>
            </a:endParaRPr>
          </a:p>
          <a:p>
            <a:pPr>
              <a:lnSpc>
                <a:spcPts val="2200"/>
              </a:lnSpc>
              <a:spcBef>
                <a:spcPts val="1001"/>
              </a:spcBef>
              <a:buNone/>
              <a:tabLst>
                <a:tab algn="l" pos="0"/>
              </a:tabLst>
            </a:pPr>
            <a:r>
              <a:rPr b="0" lang="fr-FR" sz="1600" spc="-1" strike="noStrike">
                <a:solidFill>
                  <a:srgbClr val="404040"/>
                </a:solidFill>
                <a:latin typeface="Avenir Next LT Pro Light"/>
              </a:rPr>
              <a:t>L’écholocalisation fonctionne sur le même principe que les sonars. Une onde sonore est envoyée, et, si elle atteint un obstacle (un poisson par exemple), elle rebondie, et est captée par l’animal.</a:t>
            </a:r>
            <a:endParaRPr b="0" lang="fr-FR" sz="1600" spc="-1" strike="noStrike">
              <a:solidFill>
                <a:srgbClr val="404040"/>
              </a:solidFill>
              <a:latin typeface="Avenir Next LT Pro Light"/>
            </a:endParaRPr>
          </a:p>
          <a:p>
            <a:pPr>
              <a:lnSpc>
                <a:spcPts val="2200"/>
              </a:lnSpc>
              <a:spcBef>
                <a:spcPts val="1001"/>
              </a:spcBef>
              <a:buNone/>
              <a:tabLst>
                <a:tab algn="l" pos="0"/>
              </a:tabLst>
            </a:pPr>
            <a:endParaRPr b="0" lang="fr-FR" sz="1600" spc="-1" strike="noStrike">
              <a:solidFill>
                <a:srgbClr val="404040"/>
              </a:solidFill>
              <a:latin typeface="Avenir Next LT Pro Light"/>
            </a:endParaRPr>
          </a:p>
        </p:txBody>
      </p:sp>
      <p:sp>
        <p:nvSpPr>
          <p:cNvPr id="267" name="PlaceHolder 3"/>
          <p:cNvSpPr>
            <a:spLocks noGrp="1"/>
          </p:cNvSpPr>
          <p:nvPr>
            <p:ph type="dt" idx="22"/>
          </p:nvPr>
        </p:nvSpPr>
        <p:spPr>
          <a:xfrm>
            <a:off x="838080" y="6356520"/>
            <a:ext cx="2742840" cy="364680"/>
          </a:xfrm>
          <a:prstGeom prst="rect">
            <a:avLst/>
          </a:prstGeom>
          <a:noFill/>
          <a:ln w="0">
            <a:noFill/>
          </a:ln>
        </p:spPr>
        <p:txBody>
          <a:bodyPr anchor="ctr">
            <a:normAutofit/>
          </a:bodyPr>
          <a:lstStyle>
            <a:lvl1pPr>
              <a:lnSpc>
                <a:spcPct val="100000"/>
              </a:lnSpc>
              <a:spcAft>
                <a:spcPts val="601"/>
              </a:spcAft>
              <a:buNone/>
              <a:defRPr b="0" lang="fr-FR" sz="1200" spc="-1" strike="noStrike">
                <a:solidFill>
                  <a:srgbClr val="808080"/>
                </a:solidFill>
                <a:latin typeface="Avenir Next LT Pro Light"/>
              </a:defRPr>
            </a:lvl1pPr>
          </a:lstStyle>
          <a:p>
            <a:pPr>
              <a:lnSpc>
                <a:spcPct val="100000"/>
              </a:lnSpc>
              <a:spcAft>
                <a:spcPts val="601"/>
              </a:spcAft>
              <a:buNone/>
            </a:pPr>
            <a:r>
              <a:rPr b="0" lang="fr-FR" sz="1200" spc="-1" strike="noStrike">
                <a:solidFill>
                  <a:srgbClr val="808080"/>
                </a:solidFill>
                <a:latin typeface="Avenir Next LT Pro Light"/>
              </a:rPr>
              <a:t>20XX</a:t>
            </a:r>
            <a:endParaRPr b="0" lang="fr-FR" sz="1200" spc="-1" strike="noStrike">
              <a:latin typeface="Times New Roman"/>
            </a:endParaRPr>
          </a:p>
        </p:txBody>
      </p:sp>
      <p:pic>
        <p:nvPicPr>
          <p:cNvPr id="268" name="Espace réservé pour une image  12" descr="Une image contenant invertébré, Organisme, corail, barrière de corail&#10;&#10;Description générée automatiquement"/>
          <p:cNvPicPr/>
          <p:nvPr/>
        </p:nvPicPr>
        <p:blipFill>
          <a:blip r:embed="rId1"/>
          <a:srcRect l="5153" t="0" r="5153" b="0"/>
          <a:stretch/>
        </p:blipFill>
        <p:spPr>
          <a:xfrm>
            <a:off x="8132400" y="0"/>
            <a:ext cx="4059000" cy="6857640"/>
          </a:xfrm>
          <a:prstGeom prst="rect">
            <a:avLst/>
          </a:prstGeom>
          <a:ln w="0">
            <a:noFill/>
          </a:ln>
        </p:spPr>
      </p:pic>
      <p:pic>
        <p:nvPicPr>
          <p:cNvPr id="269" name="Espace réservé pour une image  6" descr="Une image contenant dessin humoristique, crâne, graphisme, illustration&#10;&#10;Description générée automatiquement"/>
          <p:cNvPicPr/>
          <p:nvPr/>
        </p:nvPicPr>
        <p:blipFill>
          <a:blip r:embed="rId2"/>
          <a:stretch/>
        </p:blipFill>
        <p:spPr>
          <a:xfrm>
            <a:off x="6095520" y="2651040"/>
            <a:ext cx="4041360" cy="1555560"/>
          </a:xfrm>
          <a:prstGeom prst="rect">
            <a:avLst/>
          </a:prstGeom>
          <a:ln w="101600">
            <a:solidFill>
              <a:srgbClr val="ffffff"/>
            </a:solidFill>
            <a:round/>
          </a:ln>
        </p:spPr>
      </p:pic>
      <p:sp>
        <p:nvSpPr>
          <p:cNvPr id="270" name="PlaceHolder 4"/>
          <p:cNvSpPr>
            <a:spLocks noGrp="1"/>
          </p:cNvSpPr>
          <p:nvPr>
            <p:ph type="ftr" idx="23"/>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271" name="PlaceHolder 5"/>
          <p:cNvSpPr>
            <a:spLocks noGrp="1"/>
          </p:cNvSpPr>
          <p:nvPr>
            <p:ph type="sldNum" idx="24"/>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3A71FCA6-B885-42D0-984E-C0BD321F1973}" type="slidenum">
              <a:rPr b="0" lang="fr-FR" sz="1200" spc="-1" strike="noStrike">
                <a:solidFill>
                  <a:srgbClr val="808080"/>
                </a:solidFill>
                <a:latin typeface="Avenir Next LT Pro Light"/>
              </a:rPr>
              <a:t>5</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Type d’écosystèmes</a:t>
            </a:r>
            <a:endParaRPr b="0" lang="fr-FR" sz="3000" spc="-1" strike="noStrike">
              <a:solidFill>
                <a:srgbClr val="000000"/>
              </a:solidFill>
              <a:latin typeface="Avenir Next LT Pro Light"/>
            </a:endParaRPr>
          </a:p>
        </p:txBody>
      </p:sp>
      <p:sp>
        <p:nvSpPr>
          <p:cNvPr id="273" name="PlaceHolder 2"/>
          <p:cNvSpPr>
            <a:spLocks noGrp="1"/>
          </p:cNvSpPr>
          <p:nvPr>
            <p:ph/>
          </p:nvPr>
        </p:nvSpPr>
        <p:spPr>
          <a:xfrm>
            <a:off x="841320" y="1789200"/>
            <a:ext cx="4571640" cy="4166280"/>
          </a:xfrm>
          <a:prstGeom prst="rect">
            <a:avLst/>
          </a:prstGeom>
          <a:noFill/>
          <a:ln w="0">
            <a:noFill/>
          </a:ln>
        </p:spPr>
        <p:txBody>
          <a:bodyPr anchor="t">
            <a:normAutofit/>
          </a:bodyPr>
          <a:p>
            <a:pPr>
              <a:lnSpc>
                <a:spcPts val="2200"/>
              </a:lnSpc>
              <a:spcBef>
                <a:spcPts val="1001"/>
              </a:spcBef>
              <a:buNone/>
              <a:tabLst>
                <a:tab algn="l" pos="0"/>
              </a:tabLst>
            </a:pPr>
            <a:r>
              <a:rPr b="0" lang="fr-FR" sz="1600" spc="-1" strike="noStrike">
                <a:solidFill>
                  <a:srgbClr val="404040"/>
                </a:solidFill>
                <a:latin typeface="Avenir Next LT Pro Light"/>
              </a:rPr>
              <a:t>On peut retrouver des odontocètes dans une grande variété d’écosystème différents tel que :</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Baies et estuaires</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Récifs coralliens</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Littoraux</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Herbiers marins</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Eaux froides</a:t>
            </a:r>
            <a:endParaRPr b="0" lang="fr-FR" sz="16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600" spc="-1" strike="noStrike">
                <a:solidFill>
                  <a:srgbClr val="404040"/>
                </a:solidFill>
                <a:latin typeface="Avenir Next LT Pro Light"/>
              </a:rPr>
              <a:t>Océans ouverts</a:t>
            </a:r>
            <a:endParaRPr b="0" lang="fr-FR" sz="1600" spc="-1" strike="noStrike">
              <a:solidFill>
                <a:srgbClr val="404040"/>
              </a:solidFill>
              <a:latin typeface="Avenir Next LT Pro Light"/>
            </a:endParaRPr>
          </a:p>
        </p:txBody>
      </p:sp>
      <p:sp>
        <p:nvSpPr>
          <p:cNvPr id="274" name="PlaceHolder 3"/>
          <p:cNvSpPr>
            <a:spLocks noGrp="1"/>
          </p:cNvSpPr>
          <p:nvPr>
            <p:ph type="dt" idx="25"/>
          </p:nvPr>
        </p:nvSpPr>
        <p:spPr>
          <a:xfrm>
            <a:off x="838080" y="6356520"/>
            <a:ext cx="2742840" cy="364680"/>
          </a:xfrm>
          <a:prstGeom prst="rect">
            <a:avLst/>
          </a:prstGeom>
          <a:noFill/>
          <a:ln w="0">
            <a:noFill/>
          </a:ln>
        </p:spPr>
        <p:txBody>
          <a:bodyPr anchor="ctr">
            <a:normAutofit/>
          </a:bodyPr>
          <a:lstStyle>
            <a:lvl1pPr>
              <a:lnSpc>
                <a:spcPct val="100000"/>
              </a:lnSpc>
              <a:spcAft>
                <a:spcPts val="601"/>
              </a:spcAft>
              <a:buNone/>
              <a:defRPr b="0" lang="fr-FR" sz="1200" spc="-1" strike="noStrike">
                <a:solidFill>
                  <a:srgbClr val="808080"/>
                </a:solidFill>
                <a:latin typeface="Avenir Next LT Pro Light"/>
              </a:defRPr>
            </a:lvl1pPr>
          </a:lstStyle>
          <a:p>
            <a:pPr>
              <a:lnSpc>
                <a:spcPct val="100000"/>
              </a:lnSpc>
              <a:spcAft>
                <a:spcPts val="601"/>
              </a:spcAft>
              <a:buNone/>
            </a:pPr>
            <a:r>
              <a:rPr b="0" lang="fr-FR" sz="1200" spc="-1" strike="noStrike">
                <a:solidFill>
                  <a:srgbClr val="808080"/>
                </a:solidFill>
                <a:latin typeface="Avenir Next LT Pro Light"/>
              </a:rPr>
              <a:t>20XX</a:t>
            </a:r>
            <a:endParaRPr b="0" lang="fr-FR" sz="1200" spc="-1" strike="noStrike">
              <a:latin typeface="Times New Roman"/>
            </a:endParaRPr>
          </a:p>
        </p:txBody>
      </p:sp>
      <p:pic>
        <p:nvPicPr>
          <p:cNvPr id="275" name="Espace réservé pour une image  12" descr=""/>
          <p:cNvPicPr/>
          <p:nvPr/>
        </p:nvPicPr>
        <p:blipFill>
          <a:blip r:embed="rId1"/>
          <a:srcRect l="20486" t="0" r="20486" b="0"/>
          <a:stretch/>
        </p:blipFill>
        <p:spPr>
          <a:xfrm>
            <a:off x="7908120" y="-254160"/>
            <a:ext cx="4397400" cy="7429320"/>
          </a:xfrm>
          <a:prstGeom prst="rect">
            <a:avLst/>
          </a:prstGeom>
          <a:ln w="0">
            <a:noFill/>
          </a:ln>
        </p:spPr>
      </p:pic>
      <p:sp>
        <p:nvSpPr>
          <p:cNvPr id="276" name="PlaceHolder 4"/>
          <p:cNvSpPr>
            <a:spLocks noGrp="1"/>
          </p:cNvSpPr>
          <p:nvPr>
            <p:ph type="ftr" idx="26"/>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277" name="PlaceHolder 5"/>
          <p:cNvSpPr>
            <a:spLocks noGrp="1"/>
          </p:cNvSpPr>
          <p:nvPr>
            <p:ph type="sldNum" idx="27"/>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52406BB5-3611-41D3-A88E-49D7EC16927B}" type="slidenum">
              <a:rPr b="0" lang="fr-FR" sz="1200" spc="-1" strike="noStrike">
                <a:solidFill>
                  <a:srgbClr val="808080"/>
                </a:solidFill>
                <a:latin typeface="Avenir Next LT Pro Light"/>
              </a:rPr>
              <a:t>6</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8" name="Espace réservé d’image 7" descr=""/>
          <p:cNvPicPr/>
          <p:nvPr/>
        </p:nvPicPr>
        <p:blipFill>
          <a:blip r:embed="rId1"/>
          <a:srcRect l="3722" t="0" r="3722" b="0"/>
          <a:stretch/>
        </p:blipFill>
        <p:spPr>
          <a:xfrm>
            <a:off x="1714680" y="1828800"/>
            <a:ext cx="4338360" cy="2138040"/>
          </a:xfrm>
          <a:prstGeom prst="rect">
            <a:avLst/>
          </a:prstGeom>
          <a:ln w="0">
            <a:noFill/>
          </a:ln>
        </p:spPr>
      </p:pic>
      <p:sp>
        <p:nvSpPr>
          <p:cNvPr id="279" name="PlaceHolder 1"/>
          <p:cNvSpPr>
            <a:spLocks noGrp="1"/>
          </p:cNvSpPr>
          <p:nvPr>
            <p:ph/>
          </p:nvPr>
        </p:nvSpPr>
        <p:spPr>
          <a:xfrm>
            <a:off x="1714680" y="3538440"/>
            <a:ext cx="4338360" cy="428400"/>
          </a:xfrm>
          <a:prstGeom prst="rect">
            <a:avLst/>
          </a:prstGeom>
          <a:solidFill>
            <a:srgbClr val="000000">
              <a:alpha val="50000"/>
            </a:srgbClr>
          </a:solidFill>
          <a:ln w="0">
            <a:noFill/>
          </a:ln>
        </p:spPr>
        <p:txBody>
          <a:bodyPr anchor="ctr">
            <a:noAutofit/>
          </a:bodyPr>
          <a:p>
            <a:pPr algn="ctr">
              <a:lnSpc>
                <a:spcPct val="90000"/>
              </a:lnSpc>
              <a:spcBef>
                <a:spcPts val="1001"/>
              </a:spcBef>
              <a:spcAft>
                <a:spcPts val="601"/>
              </a:spcAft>
              <a:buNone/>
              <a:tabLst>
                <a:tab algn="l" pos="0"/>
              </a:tabLst>
            </a:pPr>
            <a:r>
              <a:rPr b="0" lang="en-US" sz="1300" spc="-1" strike="noStrike">
                <a:solidFill>
                  <a:srgbClr val="ffffff"/>
                </a:solidFill>
                <a:latin typeface="Avenir Next LT Pro Light"/>
              </a:rPr>
              <a:t>Beluga</a:t>
            </a:r>
            <a:endParaRPr b="0" lang="fr-FR" sz="1300" spc="-1" strike="noStrike">
              <a:solidFill>
                <a:srgbClr val="404040"/>
              </a:solidFill>
              <a:latin typeface="Avenir Next LT Pro Light"/>
            </a:endParaRPr>
          </a:p>
        </p:txBody>
      </p:sp>
      <p:pic>
        <p:nvPicPr>
          <p:cNvPr id="280" name="Espace réservé du contenu 12" descr=""/>
          <p:cNvPicPr/>
          <p:nvPr/>
        </p:nvPicPr>
        <p:blipFill>
          <a:blip r:embed="rId2"/>
          <a:srcRect l="3794" t="0" r="3794" b="0"/>
          <a:stretch/>
        </p:blipFill>
        <p:spPr>
          <a:xfrm>
            <a:off x="6113520" y="1828800"/>
            <a:ext cx="4335120" cy="2138040"/>
          </a:xfrm>
          <a:prstGeom prst="rect">
            <a:avLst/>
          </a:prstGeom>
          <a:ln w="0">
            <a:noFill/>
          </a:ln>
        </p:spPr>
      </p:pic>
      <p:sp>
        <p:nvSpPr>
          <p:cNvPr id="281" name="PlaceHolder 2"/>
          <p:cNvSpPr>
            <a:spLocks noGrp="1"/>
          </p:cNvSpPr>
          <p:nvPr>
            <p:ph/>
          </p:nvPr>
        </p:nvSpPr>
        <p:spPr>
          <a:xfrm>
            <a:off x="6113520" y="3538440"/>
            <a:ext cx="4335120" cy="428400"/>
          </a:xfrm>
          <a:prstGeom prst="rect">
            <a:avLst/>
          </a:prstGeom>
          <a:solidFill>
            <a:srgbClr val="000000">
              <a:alpha val="50000"/>
            </a:srgbClr>
          </a:solidFill>
          <a:ln w="0">
            <a:noFill/>
          </a:ln>
        </p:spPr>
        <p:txBody>
          <a:bodyPr anchor="ctr">
            <a:noAutofit/>
          </a:bodyPr>
          <a:p>
            <a:pPr algn="ctr">
              <a:lnSpc>
                <a:spcPct val="90000"/>
              </a:lnSpc>
              <a:spcBef>
                <a:spcPts val="1001"/>
              </a:spcBef>
              <a:buNone/>
              <a:tabLst>
                <a:tab algn="l" pos="0"/>
              </a:tabLst>
            </a:pPr>
            <a:r>
              <a:rPr b="0" lang="en-US" sz="1300" spc="-1" strike="noStrike">
                <a:solidFill>
                  <a:srgbClr val="ffffff"/>
                </a:solidFill>
                <a:latin typeface="Avenir Next LT Pro Light"/>
              </a:rPr>
              <a:t>Dauphin de Risso</a:t>
            </a:r>
            <a:endParaRPr b="0" lang="fr-FR" sz="1300" spc="-1" strike="noStrike">
              <a:solidFill>
                <a:srgbClr val="404040"/>
              </a:solidFill>
              <a:latin typeface="Avenir Next LT Pro Light"/>
            </a:endParaRPr>
          </a:p>
        </p:txBody>
      </p:sp>
      <p:pic>
        <p:nvPicPr>
          <p:cNvPr id="282" name="Espace réservé du contenu 10" descr=""/>
          <p:cNvPicPr/>
          <p:nvPr/>
        </p:nvPicPr>
        <p:blipFill>
          <a:blip r:embed="rId3"/>
          <a:srcRect l="3722" t="0" r="3722" b="0"/>
          <a:stretch/>
        </p:blipFill>
        <p:spPr>
          <a:xfrm>
            <a:off x="1714680" y="4027320"/>
            <a:ext cx="4338360" cy="2138040"/>
          </a:xfrm>
          <a:prstGeom prst="rect">
            <a:avLst/>
          </a:prstGeom>
          <a:ln w="0">
            <a:noFill/>
          </a:ln>
        </p:spPr>
      </p:pic>
      <p:sp>
        <p:nvSpPr>
          <p:cNvPr id="283" name="PlaceHolder 3"/>
          <p:cNvSpPr>
            <a:spLocks noGrp="1"/>
          </p:cNvSpPr>
          <p:nvPr>
            <p:ph/>
          </p:nvPr>
        </p:nvSpPr>
        <p:spPr>
          <a:xfrm>
            <a:off x="1714680" y="5737320"/>
            <a:ext cx="4338360" cy="428400"/>
          </a:xfrm>
          <a:prstGeom prst="rect">
            <a:avLst/>
          </a:prstGeom>
          <a:solidFill>
            <a:srgbClr val="000000">
              <a:alpha val="50000"/>
            </a:srgbClr>
          </a:solidFill>
          <a:ln w="0">
            <a:noFill/>
          </a:ln>
        </p:spPr>
        <p:txBody>
          <a:bodyPr anchor="ctr">
            <a:noAutofit/>
          </a:bodyPr>
          <a:p>
            <a:pPr algn="ctr">
              <a:lnSpc>
                <a:spcPct val="90000"/>
              </a:lnSpc>
              <a:spcBef>
                <a:spcPts val="1001"/>
              </a:spcBef>
              <a:spcAft>
                <a:spcPts val="601"/>
              </a:spcAft>
              <a:buNone/>
              <a:tabLst>
                <a:tab algn="l" pos="0"/>
              </a:tabLst>
            </a:pPr>
            <a:r>
              <a:rPr b="0" lang="en-US" sz="1300" spc="-1" strike="noStrike">
                <a:solidFill>
                  <a:srgbClr val="ffffff"/>
                </a:solidFill>
                <a:latin typeface="Avenir Next LT Pro Light"/>
              </a:rPr>
              <a:t>Cachalot</a:t>
            </a:r>
            <a:endParaRPr b="0" lang="fr-FR" sz="1300" spc="-1" strike="noStrike">
              <a:solidFill>
                <a:srgbClr val="404040"/>
              </a:solidFill>
              <a:latin typeface="Avenir Next LT Pro Light"/>
            </a:endParaRPr>
          </a:p>
        </p:txBody>
      </p:sp>
      <p:pic>
        <p:nvPicPr>
          <p:cNvPr id="284" name="Espace réservé pour une image  3" descr="Une image contenant carte, Monde&#10;&#10;Description générée automatiquement"/>
          <p:cNvPicPr/>
          <p:nvPr/>
        </p:nvPicPr>
        <p:blipFill>
          <a:blip r:embed="rId4"/>
          <a:srcRect l="3820" t="0" r="3820" b="0"/>
          <a:stretch/>
        </p:blipFill>
        <p:spPr>
          <a:xfrm>
            <a:off x="6113520" y="4027320"/>
            <a:ext cx="4335120" cy="2138040"/>
          </a:xfrm>
          <a:prstGeom prst="rect">
            <a:avLst/>
          </a:prstGeom>
          <a:ln w="0">
            <a:noFill/>
          </a:ln>
        </p:spPr>
      </p:pic>
      <p:sp>
        <p:nvSpPr>
          <p:cNvPr id="285" name="PlaceHolder 4"/>
          <p:cNvSpPr>
            <a:spLocks noGrp="1"/>
          </p:cNvSpPr>
          <p:nvPr>
            <p:ph/>
          </p:nvPr>
        </p:nvSpPr>
        <p:spPr>
          <a:xfrm>
            <a:off x="6113520" y="5737320"/>
            <a:ext cx="4335120" cy="428400"/>
          </a:xfrm>
          <a:prstGeom prst="rect">
            <a:avLst/>
          </a:prstGeom>
          <a:solidFill>
            <a:srgbClr val="000000">
              <a:alpha val="50000"/>
            </a:srgbClr>
          </a:solidFill>
          <a:ln w="0">
            <a:noFill/>
          </a:ln>
        </p:spPr>
        <p:txBody>
          <a:bodyPr anchor="ctr">
            <a:noAutofit/>
          </a:bodyPr>
          <a:p>
            <a:pPr algn="ctr">
              <a:lnSpc>
                <a:spcPct val="90000"/>
              </a:lnSpc>
              <a:spcBef>
                <a:spcPts val="1001"/>
              </a:spcBef>
              <a:buNone/>
              <a:tabLst>
                <a:tab algn="l" pos="0"/>
              </a:tabLst>
            </a:pPr>
            <a:r>
              <a:rPr b="0" lang="en-US" sz="1300" spc="-1" strike="noStrike">
                <a:solidFill>
                  <a:srgbClr val="ffffff"/>
                </a:solidFill>
                <a:latin typeface="Avenir Next LT Pro Light"/>
              </a:rPr>
              <a:t>Grand dauphin</a:t>
            </a:r>
            <a:endParaRPr b="0" lang="fr-FR" sz="1300" spc="-1" strike="noStrike">
              <a:solidFill>
                <a:srgbClr val="404040"/>
              </a:solidFill>
              <a:latin typeface="Avenir Next LT Pro Light"/>
            </a:endParaRPr>
          </a:p>
        </p:txBody>
      </p:sp>
      <p:sp>
        <p:nvSpPr>
          <p:cNvPr id="286" name="PlaceHolder 5"/>
          <p:cNvSpPr>
            <a:spLocks noGrp="1"/>
          </p:cNvSpPr>
          <p:nvPr>
            <p:ph type="title"/>
          </p:nvPr>
        </p:nvSpPr>
        <p:spPr>
          <a:xfrm>
            <a:off x="841320" y="380880"/>
            <a:ext cx="109724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Régions d’habitation</a:t>
            </a:r>
            <a:endParaRPr b="0" lang="fr-FR" sz="3000" spc="-1" strike="noStrike">
              <a:solidFill>
                <a:srgbClr val="000000"/>
              </a:solidFill>
              <a:latin typeface="Avenir Next LT Pro Light"/>
            </a:endParaRPr>
          </a:p>
        </p:txBody>
      </p:sp>
      <p:sp>
        <p:nvSpPr>
          <p:cNvPr id="287" name="PlaceHolder 6"/>
          <p:cNvSpPr>
            <a:spLocks noGrp="1"/>
          </p:cNvSpPr>
          <p:nvPr>
            <p:ph type="ftr" idx="28"/>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808080"/>
                </a:solidFill>
                <a:latin typeface="Avenir Next LT Pro Light"/>
              </a:defRPr>
            </a:lvl1pPr>
          </a:lstStyle>
          <a:p>
            <a:pPr algn="ctr">
              <a:lnSpc>
                <a:spcPct val="100000"/>
              </a:lnSpc>
              <a:spcAft>
                <a:spcPts val="601"/>
              </a:spcAft>
              <a:buNone/>
            </a:pPr>
            <a:r>
              <a:rPr b="0" lang="fr-FR" sz="1200" spc="-1" strike="noStrike">
                <a:solidFill>
                  <a:srgbClr val="808080"/>
                </a:solidFill>
                <a:latin typeface="Avenir Next LT Pro Light"/>
              </a:rPr>
              <a:t>Odontocètes : Passé, présent et futur</a:t>
            </a:r>
            <a:endParaRPr b="0" lang="fr-FR" sz="1200" spc="-1" strike="noStrike">
              <a:latin typeface="Times New Roman"/>
            </a:endParaRPr>
          </a:p>
        </p:txBody>
      </p:sp>
      <p:sp>
        <p:nvSpPr>
          <p:cNvPr id="288" name="PlaceHolder 7"/>
          <p:cNvSpPr>
            <a:spLocks noGrp="1"/>
          </p:cNvSpPr>
          <p:nvPr>
            <p:ph type="sldNum" idx="29"/>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5A3CDFAA-2B59-40B4-BA0E-F5607FE2F5C6}" type="slidenum">
              <a:rPr b="0" lang="fr-FR" sz="1200" spc="-1" strike="noStrike">
                <a:solidFill>
                  <a:srgbClr val="808080"/>
                </a:solidFill>
                <a:latin typeface="Avenir Next LT Pro Light"/>
              </a:rPr>
              <a:t>7</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9" name="Espace réservé d’image 7" descr=""/>
          <p:cNvPicPr/>
          <p:nvPr/>
        </p:nvPicPr>
        <p:blipFill>
          <a:blip r:embed="rId1"/>
          <a:srcRect l="3128" t="0" r="3128" b="0"/>
          <a:stretch/>
        </p:blipFill>
        <p:spPr>
          <a:xfrm>
            <a:off x="1714680" y="1828800"/>
            <a:ext cx="4338360" cy="2138040"/>
          </a:xfrm>
          <a:prstGeom prst="rect">
            <a:avLst/>
          </a:prstGeom>
          <a:ln w="0">
            <a:noFill/>
          </a:ln>
        </p:spPr>
      </p:pic>
      <p:sp>
        <p:nvSpPr>
          <p:cNvPr id="290" name="PlaceHolder 1"/>
          <p:cNvSpPr>
            <a:spLocks noGrp="1"/>
          </p:cNvSpPr>
          <p:nvPr>
            <p:ph/>
          </p:nvPr>
        </p:nvSpPr>
        <p:spPr>
          <a:xfrm>
            <a:off x="1714680" y="3538440"/>
            <a:ext cx="4338360" cy="428400"/>
          </a:xfrm>
          <a:prstGeom prst="rect">
            <a:avLst/>
          </a:prstGeom>
          <a:solidFill>
            <a:srgbClr val="000000">
              <a:alpha val="50000"/>
            </a:srgbClr>
          </a:solidFill>
          <a:ln w="0">
            <a:noFill/>
          </a:ln>
        </p:spPr>
        <p:txBody>
          <a:bodyPr anchor="ctr">
            <a:noAutofit/>
          </a:bodyPr>
          <a:p>
            <a:pPr algn="ctr">
              <a:lnSpc>
                <a:spcPct val="90000"/>
              </a:lnSpc>
              <a:spcBef>
                <a:spcPts val="1001"/>
              </a:spcBef>
              <a:spcAft>
                <a:spcPts val="601"/>
              </a:spcAft>
              <a:buNone/>
              <a:tabLst>
                <a:tab algn="l" pos="0"/>
              </a:tabLst>
            </a:pPr>
            <a:r>
              <a:rPr b="0" lang="en-US" sz="1300" spc="-1" strike="noStrike">
                <a:solidFill>
                  <a:srgbClr val="ffffff"/>
                </a:solidFill>
                <a:latin typeface="Avenir Next LT Pro Light"/>
              </a:rPr>
              <a:t>Marsouin</a:t>
            </a:r>
            <a:endParaRPr b="0" lang="fr-FR" sz="1300" spc="-1" strike="noStrike">
              <a:solidFill>
                <a:srgbClr val="404040"/>
              </a:solidFill>
              <a:latin typeface="Avenir Next LT Pro Light"/>
            </a:endParaRPr>
          </a:p>
        </p:txBody>
      </p:sp>
      <p:pic>
        <p:nvPicPr>
          <p:cNvPr id="291" name="Espace réservé du contenu 12" descr=""/>
          <p:cNvPicPr/>
          <p:nvPr/>
        </p:nvPicPr>
        <p:blipFill>
          <a:blip r:embed="rId2"/>
          <a:srcRect l="0" t="5787" r="0" b="5787"/>
          <a:stretch/>
        </p:blipFill>
        <p:spPr>
          <a:xfrm>
            <a:off x="6113520" y="1828800"/>
            <a:ext cx="4335120" cy="4336560"/>
          </a:xfrm>
          <a:prstGeom prst="rect">
            <a:avLst/>
          </a:prstGeom>
          <a:ln w="0">
            <a:noFill/>
          </a:ln>
        </p:spPr>
      </p:pic>
      <p:sp>
        <p:nvSpPr>
          <p:cNvPr id="292" name="PlaceHolder 2"/>
          <p:cNvSpPr>
            <a:spLocks noGrp="1"/>
          </p:cNvSpPr>
          <p:nvPr>
            <p:ph/>
          </p:nvPr>
        </p:nvSpPr>
        <p:spPr>
          <a:xfrm>
            <a:off x="6095880" y="5737320"/>
            <a:ext cx="4335120" cy="428400"/>
          </a:xfrm>
          <a:prstGeom prst="rect">
            <a:avLst/>
          </a:prstGeom>
          <a:solidFill>
            <a:srgbClr val="000000">
              <a:alpha val="50000"/>
            </a:srgbClr>
          </a:solidFill>
          <a:ln w="0">
            <a:noFill/>
          </a:ln>
        </p:spPr>
        <p:txBody>
          <a:bodyPr anchor="ctr">
            <a:noAutofit/>
          </a:bodyPr>
          <a:p>
            <a:pPr algn="ctr">
              <a:lnSpc>
                <a:spcPct val="90000"/>
              </a:lnSpc>
              <a:spcBef>
                <a:spcPts val="1001"/>
              </a:spcBef>
              <a:buNone/>
              <a:tabLst>
                <a:tab algn="l" pos="0"/>
              </a:tabLst>
            </a:pPr>
            <a:r>
              <a:rPr b="0" lang="en-US" sz="1300" spc="-1" strike="noStrike">
                <a:solidFill>
                  <a:srgbClr val="ffffff"/>
                </a:solidFill>
                <a:latin typeface="Avenir Next LT Pro Light"/>
              </a:rPr>
              <a:t>Narval</a:t>
            </a:r>
            <a:endParaRPr b="0" lang="fr-FR" sz="1300" spc="-1" strike="noStrike">
              <a:solidFill>
                <a:srgbClr val="404040"/>
              </a:solidFill>
              <a:latin typeface="Avenir Next LT Pro Light"/>
            </a:endParaRPr>
          </a:p>
        </p:txBody>
      </p:sp>
      <p:pic>
        <p:nvPicPr>
          <p:cNvPr id="293" name="Espace réservé du contenu 10" descr=""/>
          <p:cNvPicPr/>
          <p:nvPr/>
        </p:nvPicPr>
        <p:blipFill>
          <a:blip r:embed="rId3"/>
          <a:srcRect l="0" t="2007" r="0" b="2007"/>
          <a:stretch/>
        </p:blipFill>
        <p:spPr>
          <a:xfrm>
            <a:off x="1714680" y="4027320"/>
            <a:ext cx="4338360" cy="2138040"/>
          </a:xfrm>
          <a:prstGeom prst="rect">
            <a:avLst/>
          </a:prstGeom>
          <a:ln w="0">
            <a:noFill/>
          </a:ln>
        </p:spPr>
      </p:pic>
      <p:sp>
        <p:nvSpPr>
          <p:cNvPr id="294" name="PlaceHolder 3"/>
          <p:cNvSpPr>
            <a:spLocks noGrp="1"/>
          </p:cNvSpPr>
          <p:nvPr>
            <p:ph/>
          </p:nvPr>
        </p:nvSpPr>
        <p:spPr>
          <a:xfrm>
            <a:off x="1714680" y="5737320"/>
            <a:ext cx="4338360" cy="428400"/>
          </a:xfrm>
          <a:prstGeom prst="rect">
            <a:avLst/>
          </a:prstGeom>
          <a:solidFill>
            <a:srgbClr val="000000">
              <a:alpha val="50000"/>
            </a:srgbClr>
          </a:solidFill>
          <a:ln w="0">
            <a:noFill/>
          </a:ln>
        </p:spPr>
        <p:txBody>
          <a:bodyPr anchor="ctr">
            <a:noAutofit/>
          </a:bodyPr>
          <a:p>
            <a:pPr algn="ctr">
              <a:lnSpc>
                <a:spcPct val="90000"/>
              </a:lnSpc>
              <a:spcBef>
                <a:spcPts val="1001"/>
              </a:spcBef>
              <a:spcAft>
                <a:spcPts val="601"/>
              </a:spcAft>
              <a:buNone/>
              <a:tabLst>
                <a:tab algn="l" pos="0"/>
              </a:tabLst>
            </a:pPr>
            <a:r>
              <a:rPr b="0" lang="en-US" sz="1300" spc="-1" strike="noStrike">
                <a:solidFill>
                  <a:srgbClr val="ffffff"/>
                </a:solidFill>
                <a:latin typeface="Avenir Next LT Pro Light"/>
              </a:rPr>
              <a:t>Orque</a:t>
            </a:r>
            <a:endParaRPr b="0" lang="fr-FR" sz="1300" spc="-1" strike="noStrike">
              <a:solidFill>
                <a:srgbClr val="404040"/>
              </a:solidFill>
              <a:latin typeface="Avenir Next LT Pro Light"/>
            </a:endParaRPr>
          </a:p>
        </p:txBody>
      </p:sp>
      <p:sp>
        <p:nvSpPr>
          <p:cNvPr id="295" name="PlaceHolder 4"/>
          <p:cNvSpPr>
            <a:spLocks noGrp="1"/>
          </p:cNvSpPr>
          <p:nvPr>
            <p:ph type="title"/>
          </p:nvPr>
        </p:nvSpPr>
        <p:spPr>
          <a:xfrm>
            <a:off x="841320" y="380880"/>
            <a:ext cx="109724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Régions d’habitation</a:t>
            </a:r>
            <a:endParaRPr b="0" lang="fr-FR" sz="3000" spc="-1" strike="noStrike">
              <a:solidFill>
                <a:srgbClr val="000000"/>
              </a:solidFill>
              <a:latin typeface="Avenir Next LT Pro Light"/>
            </a:endParaRPr>
          </a:p>
        </p:txBody>
      </p:sp>
      <p:sp>
        <p:nvSpPr>
          <p:cNvPr id="296" name="PlaceHolder 5"/>
          <p:cNvSpPr>
            <a:spLocks noGrp="1"/>
          </p:cNvSpPr>
          <p:nvPr>
            <p:ph type="ftr" idx="30"/>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808080"/>
                </a:solidFill>
                <a:latin typeface="Avenir Next LT Pro Light"/>
              </a:defRPr>
            </a:lvl1pPr>
          </a:lstStyle>
          <a:p>
            <a:pPr algn="ctr">
              <a:lnSpc>
                <a:spcPct val="100000"/>
              </a:lnSpc>
              <a:spcAft>
                <a:spcPts val="601"/>
              </a:spcAft>
              <a:buNone/>
            </a:pPr>
            <a:r>
              <a:rPr b="0" lang="fr-FR" sz="1200" spc="-1" strike="noStrike">
                <a:solidFill>
                  <a:srgbClr val="808080"/>
                </a:solidFill>
                <a:latin typeface="Avenir Next LT Pro Light"/>
              </a:rPr>
              <a:t>Odontocètes : Passé, présent et futur</a:t>
            </a:r>
            <a:endParaRPr b="0" lang="fr-FR" sz="1200" spc="-1" strike="noStrike">
              <a:latin typeface="Times New Roman"/>
            </a:endParaRPr>
          </a:p>
        </p:txBody>
      </p:sp>
      <p:sp>
        <p:nvSpPr>
          <p:cNvPr id="297" name="PlaceHolder 6"/>
          <p:cNvSpPr>
            <a:spLocks noGrp="1"/>
          </p:cNvSpPr>
          <p:nvPr>
            <p:ph type="sldNum" idx="31"/>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EBBC705B-4518-4067-892E-80D388D88C01}" type="slidenum">
              <a:rPr b="0" lang="fr-FR" sz="1200" spc="-1" strike="noStrike">
                <a:solidFill>
                  <a:srgbClr val="808080"/>
                </a:solidFill>
                <a:latin typeface="Avenir Next LT Pro Light"/>
              </a:rPr>
              <a:t>8</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Rôle dans la vie océanique</a:t>
            </a:r>
            <a:endParaRPr b="0" lang="fr-FR" sz="3000" spc="-1" strike="noStrike">
              <a:solidFill>
                <a:srgbClr val="000000"/>
              </a:solidFill>
              <a:latin typeface="Avenir Next LT Pro Light"/>
            </a:endParaRPr>
          </a:p>
        </p:txBody>
      </p:sp>
      <p:sp>
        <p:nvSpPr>
          <p:cNvPr id="299" name="PlaceHolder 2"/>
          <p:cNvSpPr>
            <a:spLocks noGrp="1"/>
          </p:cNvSpPr>
          <p:nvPr>
            <p:ph/>
          </p:nvPr>
        </p:nvSpPr>
        <p:spPr>
          <a:xfrm>
            <a:off x="841320" y="1412640"/>
            <a:ext cx="5024880" cy="4943160"/>
          </a:xfrm>
          <a:prstGeom prst="rect">
            <a:avLst/>
          </a:prstGeom>
          <a:noFill/>
          <a:ln w="0">
            <a:noFill/>
          </a:ln>
        </p:spPr>
        <p:txBody>
          <a:bodyPr anchor="t">
            <a:normAutofit/>
          </a:bodyPr>
          <a:p>
            <a:pPr>
              <a:lnSpc>
                <a:spcPts val="2200"/>
              </a:lnSpc>
              <a:spcBef>
                <a:spcPts val="1001"/>
              </a:spcBef>
              <a:buNone/>
              <a:tabLst>
                <a:tab algn="l" pos="0"/>
              </a:tabLst>
            </a:pPr>
            <a:r>
              <a:rPr b="0" lang="fr-FR" sz="1100" spc="-1" strike="noStrike">
                <a:solidFill>
                  <a:srgbClr val="404040"/>
                </a:solidFill>
                <a:latin typeface="Avenir Next LT Pro Light"/>
              </a:rPr>
              <a:t>Les odontocètes ont un rôle majeur dans la vie océanique car ils sont à la fois au début et sommet de la chaine alimentaire.</a:t>
            </a:r>
            <a:endParaRPr b="0" lang="fr-FR" sz="1100" spc="-1" strike="noStrike">
              <a:solidFill>
                <a:srgbClr val="404040"/>
              </a:solidFill>
              <a:latin typeface="Avenir Next LT Pro Light"/>
            </a:endParaRPr>
          </a:p>
          <a:p>
            <a:pPr>
              <a:lnSpc>
                <a:spcPts val="2200"/>
              </a:lnSpc>
              <a:spcBef>
                <a:spcPts val="1001"/>
              </a:spcBef>
              <a:buNone/>
              <a:tabLst>
                <a:tab algn="l" pos="0"/>
              </a:tabLst>
            </a:pPr>
            <a:r>
              <a:rPr b="0" lang="fr-FR" sz="1100" spc="-1" strike="noStrike">
                <a:solidFill>
                  <a:srgbClr val="404040"/>
                </a:solidFill>
                <a:latin typeface="Avenir Next LT Pro Light"/>
              </a:rPr>
              <a:t>En effet, ces grands mammifères pratiquent la chasse pour se nourrir, et ont donc un rôle de régulation des populations.</a:t>
            </a:r>
            <a:endParaRPr b="0" lang="fr-FR" sz="1100" spc="-1" strike="noStrike">
              <a:solidFill>
                <a:srgbClr val="404040"/>
              </a:solidFill>
              <a:latin typeface="Avenir Next LT Pro Light"/>
            </a:endParaRPr>
          </a:p>
          <a:p>
            <a:pPr>
              <a:lnSpc>
                <a:spcPts val="2200"/>
              </a:lnSpc>
              <a:spcBef>
                <a:spcPts val="1001"/>
              </a:spcBef>
              <a:buNone/>
              <a:tabLst>
                <a:tab algn="l" pos="0"/>
              </a:tabLst>
            </a:pPr>
            <a:r>
              <a:rPr b="0" lang="fr-FR" sz="1100" spc="-1" strike="noStrike">
                <a:solidFill>
                  <a:srgbClr val="404040"/>
                </a:solidFill>
                <a:latin typeface="Avenir Next LT Pro Light"/>
              </a:rPr>
              <a:t>Mais ils ont également un rôle moins connu situé tout en bas de la chaine alimentaire.</a:t>
            </a:r>
            <a:endParaRPr b="0" lang="fr-FR" sz="1100" spc="-1" strike="noStrike">
              <a:solidFill>
                <a:srgbClr val="404040"/>
              </a:solidFill>
              <a:latin typeface="Avenir Next LT Pro Light"/>
            </a:endParaRPr>
          </a:p>
          <a:p>
            <a:pPr>
              <a:lnSpc>
                <a:spcPts val="2200"/>
              </a:lnSpc>
              <a:spcBef>
                <a:spcPts val="1001"/>
              </a:spcBef>
              <a:buNone/>
              <a:tabLst>
                <a:tab algn="l" pos="0"/>
              </a:tabLst>
            </a:pPr>
            <a:r>
              <a:rPr b="0" lang="fr-FR" sz="1100" spc="-1" strike="noStrike">
                <a:solidFill>
                  <a:srgbClr val="404040"/>
                </a:solidFill>
                <a:latin typeface="Avenir Next LT Pro Light"/>
              </a:rPr>
              <a:t>Ils participent à la diffusion des nutriments grâce à trois principales actions :</a:t>
            </a:r>
            <a:endParaRPr b="0" lang="fr-FR" sz="11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Ils font remonter les nutriments à la surface, notamment en allant respirer</a:t>
            </a:r>
            <a:endParaRPr b="0" lang="fr-FR" sz="11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Les espèces migratrices participent à la diffusion des nutriments entre les différents milieux océaniques</a:t>
            </a:r>
            <a:endParaRPr b="0" lang="fr-FR" sz="1100" spc="-1" strike="noStrike">
              <a:solidFill>
                <a:srgbClr val="404040"/>
              </a:solidFill>
              <a:latin typeface="Avenir Next LT Pro Light"/>
            </a:endParaRPr>
          </a:p>
          <a:p>
            <a:pPr marL="285840" indent="-28584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Leurs excréments participent grandement au développement du plancton</a:t>
            </a:r>
            <a:endParaRPr b="0" lang="fr-FR" sz="1100" spc="-1" strike="noStrike">
              <a:solidFill>
                <a:srgbClr val="404040"/>
              </a:solidFill>
              <a:latin typeface="Avenir Next LT Pro Light"/>
            </a:endParaRPr>
          </a:p>
        </p:txBody>
      </p:sp>
      <p:pic>
        <p:nvPicPr>
          <p:cNvPr id="300" name="Espace réservé d’image 16" descr=""/>
          <p:cNvPicPr/>
          <p:nvPr/>
        </p:nvPicPr>
        <p:blipFill>
          <a:blip r:embed="rId1"/>
          <a:srcRect l="16701" t="0" r="16701" b="0"/>
          <a:stretch/>
        </p:blipFill>
        <p:spPr>
          <a:xfrm>
            <a:off x="8132040" y="0"/>
            <a:ext cx="4059720" cy="6857640"/>
          </a:xfrm>
          <a:prstGeom prst="rect">
            <a:avLst/>
          </a:prstGeom>
          <a:ln w="0">
            <a:noFill/>
          </a:ln>
        </p:spPr>
      </p:pic>
      <p:sp>
        <p:nvSpPr>
          <p:cNvPr id="301" name="PlaceHolder 3"/>
          <p:cNvSpPr>
            <a:spLocks noGrp="1"/>
          </p:cNvSpPr>
          <p:nvPr>
            <p:ph type="ftr" idx="32"/>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302" name="PlaceHolder 4"/>
          <p:cNvSpPr>
            <a:spLocks noGrp="1"/>
          </p:cNvSpPr>
          <p:nvPr>
            <p:ph type="sldNum" idx="33"/>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FDC6D38D-8718-4D59-81B7-0C049525D252}" type="slidenum">
              <a:rPr b="0" lang="fr-FR" sz="1200" spc="-1" strike="noStrike">
                <a:solidFill>
                  <a:srgbClr val="808080"/>
                </a:solidFill>
                <a:latin typeface="Avenir Next LT Pro Light"/>
              </a:rPr>
              <a:t>9</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841320" y="380880"/>
            <a:ext cx="109724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Évolution au cours du tempS</a:t>
            </a:r>
            <a:endParaRPr b="0" lang="fr-FR" sz="3000" spc="-1" strike="noStrike">
              <a:solidFill>
                <a:srgbClr val="000000"/>
              </a:solidFill>
              <a:latin typeface="Avenir Next LT Pro Light"/>
            </a:endParaRPr>
          </a:p>
        </p:txBody>
      </p:sp>
      <p:sp>
        <p:nvSpPr>
          <p:cNvPr id="304" name="PlaceHolder 2"/>
          <p:cNvSpPr>
            <a:spLocks noGrp="1"/>
          </p:cNvSpPr>
          <p:nvPr>
            <p:ph/>
          </p:nvPr>
        </p:nvSpPr>
        <p:spPr>
          <a:xfrm>
            <a:off x="838080" y="1410480"/>
            <a:ext cx="10515240" cy="3548880"/>
          </a:xfrm>
          <a:prstGeom prst="rect">
            <a:avLst/>
          </a:prstGeom>
          <a:noFill/>
          <a:ln w="0">
            <a:noFill/>
          </a:ln>
        </p:spPr>
        <p:txBody>
          <a:bodyPr anchor="t">
            <a:normAutofit/>
          </a:bodyPr>
          <a:p>
            <a:pPr>
              <a:lnSpc>
                <a:spcPct val="90000"/>
              </a:lnSpc>
              <a:spcBef>
                <a:spcPts val="1001"/>
              </a:spcBef>
              <a:buNone/>
              <a:tabLst>
                <a:tab algn="l" pos="0"/>
              </a:tabLst>
            </a:pPr>
            <a:r>
              <a:rPr b="0" lang="fr-FR" sz="1600" spc="-1" strike="noStrike">
                <a:solidFill>
                  <a:srgbClr val="404040"/>
                </a:solidFill>
                <a:latin typeface="Avenir Next LT Pro Light"/>
              </a:rPr>
              <a:t>Parmi tous les mammifères peuplant notre planète, les cétacés sont probablement ceux qui ont connu l’évolution la plus spectaculaire à travers le temps.</a:t>
            </a:r>
            <a:endParaRPr b="0" lang="fr-FR" sz="1600" spc="-1" strike="noStrike">
              <a:solidFill>
                <a:srgbClr val="404040"/>
              </a:solidFill>
              <a:latin typeface="Avenir Next LT Pro Light"/>
            </a:endParaRPr>
          </a:p>
          <a:p>
            <a:pPr>
              <a:lnSpc>
                <a:spcPct val="90000"/>
              </a:lnSpc>
              <a:spcBef>
                <a:spcPts val="1001"/>
              </a:spcBef>
              <a:buNone/>
              <a:tabLst>
                <a:tab algn="l" pos="0"/>
              </a:tabLst>
            </a:pPr>
            <a:r>
              <a:rPr b="0" lang="fr-FR" sz="1600" spc="-1" strike="noStrike">
                <a:solidFill>
                  <a:srgbClr val="404040"/>
                </a:solidFill>
                <a:latin typeface="Avenir Next LT Pro Light"/>
              </a:rPr>
              <a:t>Les cétacés sont issus de la famille Archéocètes, dont le plus ancien membre connu est Pakicetus, un mammifère vivant il y a 50 millions d’années autours des fleuves proches de la mer Téthys. Il pouvait aussi bien courir sur la terre ferme que nager dans l’eau, et c’est la présence d’une structure particulière au niveau de son oreille interne qui a permis de le rattacher aux cétacés actuels.</a:t>
            </a:r>
            <a:endParaRPr b="0" lang="fr-FR" sz="1600" spc="-1" strike="noStrike">
              <a:solidFill>
                <a:srgbClr val="404040"/>
              </a:solidFill>
              <a:latin typeface="Avenir Next LT Pro Light"/>
            </a:endParaRPr>
          </a:p>
          <a:p>
            <a:pPr>
              <a:lnSpc>
                <a:spcPct val="90000"/>
              </a:lnSpc>
              <a:spcBef>
                <a:spcPts val="1001"/>
              </a:spcBef>
              <a:buNone/>
              <a:tabLst>
                <a:tab algn="l" pos="0"/>
              </a:tabLst>
            </a:pPr>
            <a:r>
              <a:rPr b="0" lang="fr-FR" sz="1600" spc="-1" strike="noStrike">
                <a:solidFill>
                  <a:srgbClr val="404040"/>
                </a:solidFill>
                <a:latin typeface="Avenir Next LT Pro Light"/>
              </a:rPr>
              <a:t>Le premier cétacé réellement amphibie est Ambulocetus Natans, un mammifère carnivore de 3 mètres de long possédant 4 pattes probablement palmées. Il chasse le long des côtes dans des eaux peu profondes, et revient sur la terre ferme pour se reproduire.</a:t>
            </a:r>
            <a:endParaRPr b="0" lang="fr-FR" sz="1600" spc="-1" strike="noStrike">
              <a:solidFill>
                <a:srgbClr val="404040"/>
              </a:solidFill>
              <a:latin typeface="Avenir Next LT Pro Light"/>
            </a:endParaRPr>
          </a:p>
          <a:p>
            <a:pPr>
              <a:lnSpc>
                <a:spcPct val="90000"/>
              </a:lnSpc>
              <a:spcBef>
                <a:spcPts val="1001"/>
              </a:spcBef>
              <a:buNone/>
              <a:tabLst>
                <a:tab algn="l" pos="0"/>
              </a:tabLst>
            </a:pPr>
            <a:r>
              <a:rPr b="0" lang="fr-FR" sz="1600" spc="-1" strike="noStrike">
                <a:solidFill>
                  <a:srgbClr val="404040"/>
                </a:solidFill>
                <a:latin typeface="Avenir Next LT Pro Light"/>
              </a:rPr>
              <a:t>Le premier cétacé entièrement aquatique est très probablement Cynthiacetus, de la famille des Basilosauridés. Ses membres postérieurs sont atrophiés et il utilise sa queue pour se propulser.</a:t>
            </a:r>
            <a:endParaRPr b="0" lang="fr-FR" sz="1600" spc="-1" strike="noStrike">
              <a:solidFill>
                <a:srgbClr val="404040"/>
              </a:solidFill>
              <a:latin typeface="Avenir Next LT Pro Light"/>
            </a:endParaRPr>
          </a:p>
          <a:p>
            <a:pPr>
              <a:lnSpc>
                <a:spcPct val="90000"/>
              </a:lnSpc>
              <a:spcBef>
                <a:spcPts val="1001"/>
              </a:spcBef>
              <a:buNone/>
              <a:tabLst>
                <a:tab algn="l" pos="0"/>
              </a:tabLst>
            </a:pPr>
            <a:r>
              <a:rPr b="0" lang="fr-FR" sz="1600" spc="-1" strike="noStrike">
                <a:solidFill>
                  <a:srgbClr val="404040"/>
                </a:solidFill>
                <a:latin typeface="Avenir Next LT Pro Light"/>
              </a:rPr>
              <a:t>Les cétacés se sont ensuite séparés en 2 groupes, les Odontocètes et les Mysticètes il y a environs 36 millions d’années.</a:t>
            </a:r>
            <a:endParaRPr b="0" lang="fr-FR" sz="1600" spc="-1" strike="noStrike">
              <a:solidFill>
                <a:srgbClr val="404040"/>
              </a:solidFill>
              <a:latin typeface="Avenir Next LT Pro Light"/>
            </a:endParaRPr>
          </a:p>
        </p:txBody>
      </p:sp>
      <p:pic>
        <p:nvPicPr>
          <p:cNvPr id="305" name="Image 9" descr="Une image contenant texte, capture d’écran&#10;&#10;Description générée automatiquement"/>
          <p:cNvPicPr/>
          <p:nvPr/>
        </p:nvPicPr>
        <p:blipFill>
          <a:blip r:embed="rId1"/>
          <a:stretch/>
        </p:blipFill>
        <p:spPr>
          <a:xfrm>
            <a:off x="1791360" y="4860000"/>
            <a:ext cx="8608680" cy="1997640"/>
          </a:xfrm>
          <a:prstGeom prst="rect">
            <a:avLst/>
          </a:prstGeom>
          <a:ln w="0">
            <a:noFill/>
          </a:ln>
        </p:spPr>
      </p:pic>
      <p:sp>
        <p:nvSpPr>
          <p:cNvPr id="306" name="PlaceHolder 3"/>
          <p:cNvSpPr>
            <a:spLocks noGrp="1"/>
          </p:cNvSpPr>
          <p:nvPr>
            <p:ph type="dt" idx="34"/>
          </p:nvPr>
        </p:nvSpPr>
        <p:spPr>
          <a:xfrm>
            <a:off x="838080" y="6356520"/>
            <a:ext cx="2742840" cy="364680"/>
          </a:xfrm>
          <a:prstGeom prst="rect">
            <a:avLst/>
          </a:prstGeom>
          <a:noFill/>
          <a:ln w="0">
            <a:noFill/>
          </a:ln>
        </p:spPr>
        <p:txBody>
          <a:bodyPr anchor="ctr">
            <a:noAutofit/>
          </a:bodyPr>
          <a:lstStyle>
            <a:lvl1pPr>
              <a:lnSpc>
                <a:spcPct val="100000"/>
              </a:lnSpc>
              <a:spcAft>
                <a:spcPts val="601"/>
              </a:spcAft>
              <a:buNone/>
              <a:defRPr b="0" lang="fr-FR" sz="1200" spc="-1" strike="noStrike">
                <a:solidFill>
                  <a:srgbClr val="808080"/>
                </a:solidFill>
                <a:latin typeface="Avenir Next LT Pro Light"/>
              </a:defRPr>
            </a:lvl1pPr>
          </a:lstStyle>
          <a:p>
            <a:pPr>
              <a:lnSpc>
                <a:spcPct val="100000"/>
              </a:lnSpc>
              <a:spcAft>
                <a:spcPts val="601"/>
              </a:spcAft>
              <a:buNone/>
            </a:pPr>
            <a:r>
              <a:rPr b="0" lang="fr-FR" sz="1200" spc="-1" strike="noStrike">
                <a:solidFill>
                  <a:srgbClr val="808080"/>
                </a:solidFill>
                <a:latin typeface="Avenir Next LT Pro Light"/>
              </a:rPr>
              <a:t>20XX</a:t>
            </a:r>
            <a:endParaRPr b="0" lang="fr-FR" sz="1200" spc="-1" strike="noStrike">
              <a:latin typeface="Times New Roman"/>
            </a:endParaRPr>
          </a:p>
        </p:txBody>
      </p:sp>
      <p:sp>
        <p:nvSpPr>
          <p:cNvPr id="307" name="PlaceHolder 4"/>
          <p:cNvSpPr>
            <a:spLocks noGrp="1"/>
          </p:cNvSpPr>
          <p:nvPr>
            <p:ph type="ftr" idx="35"/>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808080"/>
                </a:solidFill>
                <a:latin typeface="Avenir Next LT Pro Light"/>
              </a:defRPr>
            </a:lvl1pPr>
          </a:lstStyle>
          <a:p>
            <a:pPr algn="ctr">
              <a:lnSpc>
                <a:spcPct val="100000"/>
              </a:lnSpc>
              <a:spcAft>
                <a:spcPts val="601"/>
              </a:spcAft>
              <a:buNone/>
            </a:pPr>
            <a:r>
              <a:rPr b="0" lang="fr-FR" sz="1200" spc="-1" strike="noStrike">
                <a:solidFill>
                  <a:srgbClr val="808080"/>
                </a:solidFill>
                <a:latin typeface="Avenir Next LT Pro Light"/>
              </a:rPr>
              <a:t>Odontocètes : Passé, présent et futur</a:t>
            </a:r>
            <a:endParaRPr b="0" lang="fr-FR" sz="1200" spc="-1" strike="noStrike">
              <a:latin typeface="Times New Roman"/>
            </a:endParaRPr>
          </a:p>
        </p:txBody>
      </p:sp>
      <p:sp>
        <p:nvSpPr>
          <p:cNvPr id="308" name="PlaceHolder 5"/>
          <p:cNvSpPr>
            <a:spLocks noGrp="1"/>
          </p:cNvSpPr>
          <p:nvPr>
            <p:ph type="sldNum" idx="36"/>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A664DC61-1196-4F52-BF6B-8436269FD704}" type="slidenum">
              <a:rPr b="0" lang="fr-FR" sz="1200" spc="-1" strike="noStrike">
                <a:solidFill>
                  <a:srgbClr val="808080"/>
                </a:solidFill>
                <a:latin typeface="Avenir Next LT Pro Light"/>
              </a:rPr>
              <a:t>10</a:t>
            </a:fld>
            <a:endParaRPr b="0" lang="fr-FR" sz="12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Facteurs de stress</a:t>
            </a:r>
            <a:endParaRPr b="0" lang="fr-FR" sz="3000" spc="-1" strike="noStrike">
              <a:solidFill>
                <a:srgbClr val="000000"/>
              </a:solidFill>
              <a:latin typeface="Avenir Next LT Pro Light"/>
            </a:endParaRPr>
          </a:p>
        </p:txBody>
      </p:sp>
      <p:sp>
        <p:nvSpPr>
          <p:cNvPr id="310" name="PlaceHolder 2"/>
          <p:cNvSpPr>
            <a:spLocks noGrp="1"/>
          </p:cNvSpPr>
          <p:nvPr>
            <p:ph/>
          </p:nvPr>
        </p:nvSpPr>
        <p:spPr>
          <a:xfrm>
            <a:off x="841320" y="1412640"/>
            <a:ext cx="5024880" cy="4943160"/>
          </a:xfrm>
          <a:prstGeom prst="rect">
            <a:avLst/>
          </a:prstGeom>
          <a:noFill/>
          <a:ln w="0">
            <a:noFill/>
          </a:ln>
        </p:spPr>
        <p:txBody>
          <a:bodyPr anchor="t">
            <a:normAutofit fontScale="91000"/>
          </a:bodyPr>
          <a:p>
            <a:pPr>
              <a:lnSpc>
                <a:spcPts val="2200"/>
              </a:lnSpc>
              <a:spcBef>
                <a:spcPts val="1001"/>
              </a:spcBef>
              <a:buNone/>
              <a:tabLst>
                <a:tab algn="l" pos="0"/>
              </a:tabLst>
            </a:pPr>
            <a:r>
              <a:rPr b="0" lang="fr-FR" sz="1100" spc="-1" strike="noStrike">
                <a:solidFill>
                  <a:srgbClr val="404040"/>
                </a:solidFill>
                <a:latin typeface="Avenir Next LT Pro Light"/>
              </a:rPr>
              <a:t>Les Odontocètes sont, depuis des siècles, victimes des activités humaines de plusieurs types.</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La chasse, qui est présente depuis le moyen âge, et qui a connu une forte intensification durant le XIV siècle, a menée plusieurs espèces au bord de l’extinction (on peut par exemple citer le cachalot)</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Les pollutions chimiques (microplastique), physiques (filets, bouteilles, sacs…), biologiques (eau usée) et sonores (sonars) ont un grand impact sur la vie de ces mammifères</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Le trafic maritime, le ‘’Whale Watching’’ ou encore les nages commerciales dérangent leurs zones de reproductions et d’alimentations</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Les prises accidentelles ont également un impact non négligeable</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La dégradation des habitats peut être très critiques pour certains odontocètes qui ont une aire de répartition très limitée (dauphin ‘’Baiji’’)</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Le réchauffement climatique perturbe les maillons inferieurs de la chaine alimentaire, provoquant des difficultés à se nourrir pour de nombreux animaux</a:t>
            </a:r>
            <a:endParaRPr b="0" lang="fr-FR" sz="1100" spc="-1" strike="noStrike">
              <a:solidFill>
                <a:srgbClr val="404040"/>
              </a:solidFill>
              <a:latin typeface="Avenir Next LT Pro Light"/>
            </a:endParaRPr>
          </a:p>
        </p:txBody>
      </p:sp>
      <p:pic>
        <p:nvPicPr>
          <p:cNvPr id="311" name="Espace réservé d’image 16" descr=""/>
          <p:cNvPicPr/>
          <p:nvPr/>
        </p:nvPicPr>
        <p:blipFill>
          <a:blip r:embed="rId1"/>
          <a:srcRect l="5221" t="0" r="5221" b="0"/>
          <a:stretch/>
        </p:blipFill>
        <p:spPr>
          <a:xfrm>
            <a:off x="8132040" y="0"/>
            <a:ext cx="4059720" cy="6857640"/>
          </a:xfrm>
          <a:prstGeom prst="rect">
            <a:avLst/>
          </a:prstGeom>
          <a:ln w="0">
            <a:noFill/>
          </a:ln>
        </p:spPr>
      </p:pic>
      <p:sp>
        <p:nvSpPr>
          <p:cNvPr id="312" name="PlaceHolder 3"/>
          <p:cNvSpPr>
            <a:spLocks noGrp="1"/>
          </p:cNvSpPr>
          <p:nvPr>
            <p:ph type="ftr" idx="37"/>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313" name="PlaceHolder 4"/>
          <p:cNvSpPr>
            <a:spLocks noGrp="1"/>
          </p:cNvSpPr>
          <p:nvPr>
            <p:ph type="sldNum" idx="38"/>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ACB7A225-6264-4683-B799-FD44B3BD0194}" type="slidenum">
              <a:rPr b="0" lang="fr-FR" sz="1200" spc="-1" strike="noStrike">
                <a:solidFill>
                  <a:srgbClr val="808080"/>
                </a:solidFill>
                <a:latin typeface="Avenir Next LT Pro Light"/>
              </a:rPr>
              <a:t>11</a:t>
            </a:fld>
            <a:endParaRPr b="0" lang="fr-FR" sz="1200" spc="-1" strike="noStrike">
              <a:latin typeface="Times New Roman"/>
            </a:endParaRPr>
          </a:p>
        </p:txBody>
      </p:sp>
      <p:pic>
        <p:nvPicPr>
          <p:cNvPr id="314" name="Espace réservé pour une image  5" descr="Une image contenant ciel, eau, plein air, rocher&#10;&#10;Description générée automatiquement"/>
          <p:cNvPicPr/>
          <p:nvPr/>
        </p:nvPicPr>
        <p:blipFill>
          <a:blip r:embed="rId2"/>
          <a:srcRect l="26140" t="0" r="26140" b="0"/>
          <a:stretch/>
        </p:blipFill>
        <p:spPr>
          <a:xfrm>
            <a:off x="6095520" y="1412640"/>
            <a:ext cx="4041360" cy="4032000"/>
          </a:xfrm>
          <a:prstGeom prst="rect">
            <a:avLst/>
          </a:prstGeom>
          <a:ln w="101600">
            <a:solidFill>
              <a:srgbClr val="ffffff"/>
            </a:solidFill>
            <a:round/>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Actions possibles</a:t>
            </a:r>
            <a:endParaRPr b="0" lang="fr-FR" sz="3000" spc="-1" strike="noStrike">
              <a:solidFill>
                <a:srgbClr val="000000"/>
              </a:solidFill>
              <a:latin typeface="Avenir Next LT Pro Light"/>
            </a:endParaRPr>
          </a:p>
        </p:txBody>
      </p:sp>
      <p:sp>
        <p:nvSpPr>
          <p:cNvPr id="316" name="PlaceHolder 2"/>
          <p:cNvSpPr>
            <a:spLocks noGrp="1"/>
          </p:cNvSpPr>
          <p:nvPr>
            <p:ph/>
          </p:nvPr>
        </p:nvSpPr>
        <p:spPr>
          <a:xfrm>
            <a:off x="841320" y="1412640"/>
            <a:ext cx="5024880" cy="4943160"/>
          </a:xfrm>
          <a:prstGeom prst="rect">
            <a:avLst/>
          </a:prstGeom>
          <a:noFill/>
          <a:ln w="0">
            <a:noFill/>
          </a:ln>
        </p:spPr>
        <p:txBody>
          <a:bodyPr anchor="t">
            <a:normAutofit/>
          </a:bodyPr>
          <a:p>
            <a:pPr>
              <a:lnSpc>
                <a:spcPts val="2200"/>
              </a:lnSpc>
              <a:spcBef>
                <a:spcPts val="1001"/>
              </a:spcBef>
              <a:buNone/>
              <a:tabLst>
                <a:tab algn="l" pos="0"/>
              </a:tabLst>
            </a:pPr>
            <a:r>
              <a:rPr b="0" lang="fr-FR" sz="1100" spc="-1" strike="noStrike">
                <a:solidFill>
                  <a:srgbClr val="404040"/>
                </a:solidFill>
                <a:latin typeface="Avenir Next LT Pro Light"/>
              </a:rPr>
              <a:t>Plusieurs actions sont possibles, au niveau individuel comme au niveau gouvernemental, pour protéger les odontocètes.</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Ne pas jeter de déchets (plastique, eaux…) dans les océans (et de manière plus globale, dans la nature)</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Ne pas montrer d’intérêt pour les différents types de tourisme liés à ces mammifères</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Limiter la chasse (CBI)</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Dévier certaines routes maritimes (Baie de Fundy)</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Limiter l’utilisation des sonars à proximité de ces animaux, qui entendent les ultrasons (cour de Los Angeles)</a:t>
            </a:r>
            <a:endParaRPr b="0" lang="fr-FR" sz="11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1100" spc="-1" strike="noStrike">
                <a:solidFill>
                  <a:srgbClr val="404040"/>
                </a:solidFill>
                <a:latin typeface="Avenir Next LT Pro Light"/>
              </a:rPr>
              <a:t>Limiter les infrastructures côtières et/ou fluviales (barrage des Trois-Gorges) et préserver leurs milieux naturels</a:t>
            </a:r>
            <a:endParaRPr b="0" lang="fr-FR" sz="1100" spc="-1" strike="noStrike">
              <a:solidFill>
                <a:srgbClr val="404040"/>
              </a:solidFill>
              <a:latin typeface="Avenir Next LT Pro Light"/>
            </a:endParaRPr>
          </a:p>
          <a:p>
            <a:pPr>
              <a:lnSpc>
                <a:spcPts val="2200"/>
              </a:lnSpc>
              <a:spcBef>
                <a:spcPts val="1001"/>
              </a:spcBef>
              <a:buNone/>
              <a:tabLst>
                <a:tab algn="l" pos="0"/>
              </a:tabLst>
            </a:pPr>
            <a:endParaRPr b="0" lang="fr-FR" sz="1100" spc="-1" strike="noStrike">
              <a:solidFill>
                <a:srgbClr val="404040"/>
              </a:solidFill>
              <a:latin typeface="Avenir Next LT Pro Light"/>
            </a:endParaRPr>
          </a:p>
          <a:p>
            <a:pPr>
              <a:lnSpc>
                <a:spcPts val="2200"/>
              </a:lnSpc>
              <a:spcBef>
                <a:spcPts val="1001"/>
              </a:spcBef>
              <a:buNone/>
              <a:tabLst>
                <a:tab algn="l" pos="0"/>
              </a:tabLst>
            </a:pPr>
            <a:endParaRPr b="0" lang="fr-FR" sz="1100" spc="-1" strike="noStrike">
              <a:solidFill>
                <a:srgbClr val="404040"/>
              </a:solidFill>
              <a:latin typeface="Avenir Next LT Pro Light"/>
            </a:endParaRPr>
          </a:p>
          <a:p>
            <a:pPr>
              <a:lnSpc>
                <a:spcPts val="2200"/>
              </a:lnSpc>
              <a:spcBef>
                <a:spcPts val="1001"/>
              </a:spcBef>
              <a:buNone/>
              <a:tabLst>
                <a:tab algn="l" pos="0"/>
              </a:tabLst>
            </a:pPr>
            <a:endParaRPr b="0" lang="fr-FR" sz="1100" spc="-1" strike="noStrike">
              <a:solidFill>
                <a:srgbClr val="404040"/>
              </a:solidFill>
              <a:latin typeface="Avenir Next LT Pro Light"/>
            </a:endParaRPr>
          </a:p>
          <a:p>
            <a:pPr>
              <a:lnSpc>
                <a:spcPts val="2200"/>
              </a:lnSpc>
              <a:spcBef>
                <a:spcPts val="1001"/>
              </a:spcBef>
              <a:buNone/>
              <a:tabLst>
                <a:tab algn="l" pos="0"/>
              </a:tabLst>
            </a:pPr>
            <a:endParaRPr b="0" lang="fr-FR" sz="1100" spc="-1" strike="noStrike">
              <a:solidFill>
                <a:srgbClr val="404040"/>
              </a:solidFill>
              <a:latin typeface="Avenir Next LT Pro Light"/>
            </a:endParaRPr>
          </a:p>
        </p:txBody>
      </p:sp>
      <p:pic>
        <p:nvPicPr>
          <p:cNvPr id="317" name="Espace réservé d’image 16" descr=""/>
          <p:cNvPicPr/>
          <p:nvPr/>
        </p:nvPicPr>
        <p:blipFill>
          <a:blip r:embed="rId1"/>
          <a:srcRect l="17170" t="0" r="17170" b="0"/>
          <a:stretch/>
        </p:blipFill>
        <p:spPr>
          <a:xfrm>
            <a:off x="8132040" y="0"/>
            <a:ext cx="4059720" cy="6857640"/>
          </a:xfrm>
          <a:prstGeom prst="rect">
            <a:avLst/>
          </a:prstGeom>
          <a:ln w="0">
            <a:noFill/>
          </a:ln>
        </p:spPr>
      </p:pic>
      <p:sp>
        <p:nvSpPr>
          <p:cNvPr id="318" name="PlaceHolder 3"/>
          <p:cNvSpPr>
            <a:spLocks noGrp="1"/>
          </p:cNvSpPr>
          <p:nvPr>
            <p:ph type="ftr" idx="39"/>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319" name="PlaceHolder 4"/>
          <p:cNvSpPr>
            <a:spLocks noGrp="1"/>
          </p:cNvSpPr>
          <p:nvPr>
            <p:ph type="sldNum" idx="40"/>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5348C15B-D626-4086-ADDF-E1007E24F26C}" type="slidenum">
              <a:rPr b="0" lang="fr-FR" sz="1200" spc="-1" strike="noStrike">
                <a:solidFill>
                  <a:srgbClr val="808080"/>
                </a:solidFill>
                <a:latin typeface="Avenir Next LT Pro Light"/>
              </a:rPr>
              <a:t>12</a:t>
            </a:fld>
            <a:endParaRPr b="0" lang="fr-FR" sz="1200" spc="-1" strike="noStrike">
              <a:latin typeface="Times New Roman"/>
            </a:endParaRPr>
          </a:p>
        </p:txBody>
      </p:sp>
      <p:pic>
        <p:nvPicPr>
          <p:cNvPr id="320" name="Espace réservé pour une image  4" descr=""/>
          <p:cNvPicPr/>
          <p:nvPr/>
        </p:nvPicPr>
        <p:blipFill>
          <a:blip r:embed="rId2"/>
          <a:srcRect l="-188445" t="-248190" r="-188445" b="-248190"/>
          <a:stretch/>
        </p:blipFill>
        <p:spPr>
          <a:xfrm>
            <a:off x="6095520" y="1412640"/>
            <a:ext cx="4041360" cy="4032000"/>
          </a:xfrm>
          <a:prstGeom prst="rect">
            <a:avLst/>
          </a:prstGeom>
          <a:ln w="101600">
            <a:solidFill>
              <a:srgbClr val="ffffff"/>
            </a:solidFill>
            <a:round/>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841320" y="380880"/>
            <a:ext cx="4571640" cy="1325160"/>
          </a:xfrm>
          <a:prstGeom prst="rect">
            <a:avLst/>
          </a:prstGeom>
          <a:noFill/>
          <a:ln w="0">
            <a:noFill/>
          </a:ln>
        </p:spPr>
        <p:txBody>
          <a:bodyPr anchor="ctr">
            <a:normAutofit/>
          </a:bodyPr>
          <a:p>
            <a:pPr>
              <a:lnSpc>
                <a:spcPct val="90000"/>
              </a:lnSpc>
              <a:buNone/>
            </a:pPr>
            <a:r>
              <a:rPr b="0" lang="fr-FR" sz="3000" spc="29" strike="noStrike" cap="all">
                <a:solidFill>
                  <a:srgbClr val="404040"/>
                </a:solidFill>
                <a:latin typeface="Century Gothic"/>
              </a:rPr>
              <a:t>Sources</a:t>
            </a:r>
            <a:endParaRPr b="0" lang="fr-FR" sz="3000" spc="-1" strike="noStrike">
              <a:solidFill>
                <a:srgbClr val="000000"/>
              </a:solidFill>
              <a:latin typeface="Avenir Next LT Pro Light"/>
            </a:endParaRPr>
          </a:p>
        </p:txBody>
      </p:sp>
      <p:sp>
        <p:nvSpPr>
          <p:cNvPr id="322" name="PlaceHolder 2"/>
          <p:cNvSpPr>
            <a:spLocks noGrp="1"/>
          </p:cNvSpPr>
          <p:nvPr>
            <p:ph/>
          </p:nvPr>
        </p:nvSpPr>
        <p:spPr>
          <a:xfrm>
            <a:off x="310680" y="1440000"/>
            <a:ext cx="3469320" cy="4943160"/>
          </a:xfrm>
          <a:prstGeom prst="rect">
            <a:avLst/>
          </a:prstGeom>
          <a:noFill/>
          <a:ln w="0">
            <a:noFill/>
          </a:ln>
        </p:spPr>
        <p:txBody>
          <a:bodyPr anchor="t">
            <a:normAutofit/>
          </a:bodyPr>
          <a:p>
            <a:pPr>
              <a:lnSpc>
                <a:spcPts val="2200"/>
              </a:lnSpc>
              <a:spcBef>
                <a:spcPts val="1001"/>
              </a:spcBef>
              <a:buNone/>
              <a:tabLst>
                <a:tab algn="l" pos="0"/>
              </a:tabLst>
            </a:pPr>
            <a:r>
              <a:rPr b="0" lang="fr-FR" sz="900" spc="-1" strike="noStrike">
                <a:solidFill>
                  <a:srgbClr val="404040"/>
                </a:solidFill>
                <a:latin typeface="Avenir Next LT Pro Light"/>
              </a:rPr>
              <a:t>L’office français de la biodiversité (</a:t>
            </a:r>
            <a:r>
              <a:rPr b="0" lang="fr-FR" sz="900" spc="-1" strike="noStrike" u="sng">
                <a:solidFill>
                  <a:srgbClr val="1b8af9"/>
                </a:solidFill>
                <a:uFillTx/>
                <a:latin typeface="Avenir Next LT Pro Light"/>
                <a:hlinkClick r:id="rId1"/>
              </a:rPr>
              <a:t>https://www.ofb.gouv.fr/</a:t>
            </a:r>
            <a:r>
              <a:rPr b="0" lang="fr-FR" sz="900" spc="-1" strike="noStrike">
                <a:solidFill>
                  <a:srgbClr val="404040"/>
                </a:solidFill>
                <a:latin typeface="Avenir Next LT Pro Light"/>
              </a:rPr>
              <a:t>)</a:t>
            </a:r>
            <a:endParaRPr b="0" lang="fr-FR" sz="900" spc="-1" strike="noStrike">
              <a:solidFill>
                <a:srgbClr val="404040"/>
              </a:solidFill>
              <a:latin typeface="Avenir Next LT Pro Light"/>
            </a:endParaRPr>
          </a:p>
          <a:p>
            <a:pPr>
              <a:lnSpc>
                <a:spcPts val="2200"/>
              </a:lnSpc>
              <a:spcBef>
                <a:spcPts val="1001"/>
              </a:spcBef>
              <a:buNone/>
              <a:tabLst>
                <a:tab algn="l" pos="0"/>
              </a:tabLst>
            </a:pPr>
            <a:r>
              <a:rPr b="0" lang="fr-FR" sz="900" spc="-1" strike="noStrike">
                <a:solidFill>
                  <a:srgbClr val="404040"/>
                </a:solidFill>
                <a:latin typeface="Avenir Next LT Pro Light"/>
              </a:rPr>
              <a:t>Wikipédia (</a:t>
            </a:r>
            <a:r>
              <a:rPr b="0" lang="fr-FR" sz="900" spc="-1" strike="noStrike" u="sng">
                <a:solidFill>
                  <a:srgbClr val="1b8af9"/>
                </a:solidFill>
                <a:uFillTx/>
                <a:latin typeface="Avenir Next LT Pro Light"/>
                <a:hlinkClick r:id="rId2"/>
              </a:rPr>
              <a:t>https://fr.wikipedia.org/wiki/Wikip%C3%A9dia</a:t>
            </a:r>
            <a:r>
              <a:rPr b="0" lang="fr-FR" sz="900" spc="-1" strike="noStrike">
                <a:solidFill>
                  <a:srgbClr val="404040"/>
                </a:solidFill>
                <a:latin typeface="Avenir Next LT Pro Light"/>
              </a:rPr>
              <a:t>) et notamment :</a:t>
            </a:r>
            <a:endParaRPr b="0" lang="fr-FR" sz="9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900" spc="-1" strike="noStrike">
                <a:solidFill>
                  <a:srgbClr val="404040"/>
                </a:solidFill>
                <a:latin typeface="Avenir Next LT Pro Light"/>
              </a:rPr>
              <a:t>Histoire évolutive des cétacés (</a:t>
            </a:r>
            <a:r>
              <a:rPr b="0" lang="fr-FR" sz="900" spc="-1" strike="noStrike" u="sng">
                <a:solidFill>
                  <a:srgbClr val="1b8af9"/>
                </a:solidFill>
                <a:uFillTx/>
                <a:latin typeface="Avenir Next LT Pro Light"/>
                <a:hlinkClick r:id="rId3"/>
              </a:rPr>
              <a:t>https://fr.wikipedia.org/wiki/Histoire_%C3%A9volutive_des_c%C3%A9tac%C3%A9s</a:t>
            </a:r>
            <a:r>
              <a:rPr b="0" lang="fr-FR" sz="900" spc="-1" strike="noStrike">
                <a:solidFill>
                  <a:srgbClr val="404040"/>
                </a:solidFill>
                <a:latin typeface="Avenir Next LT Pro Light"/>
              </a:rPr>
              <a:t>)</a:t>
            </a:r>
            <a:endParaRPr b="0" lang="fr-FR" sz="9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900" spc="-1" strike="noStrike">
                <a:solidFill>
                  <a:srgbClr val="404040"/>
                </a:solidFill>
                <a:latin typeface="Avenir Next LT Pro Light"/>
              </a:rPr>
              <a:t>Mammifère marin (</a:t>
            </a:r>
            <a:r>
              <a:rPr b="0" lang="fr-FR" sz="900" spc="-1" strike="noStrike" u="sng">
                <a:solidFill>
                  <a:srgbClr val="1b8af9"/>
                </a:solidFill>
                <a:uFillTx/>
                <a:latin typeface="Avenir Next LT Pro Light"/>
                <a:hlinkClick r:id="rId4"/>
              </a:rPr>
              <a:t>https://fr.wikipedia.org/wiki/Mammif%C3%A8re_marin</a:t>
            </a:r>
            <a:r>
              <a:rPr b="0" lang="fr-FR" sz="900" spc="-1" strike="noStrike">
                <a:solidFill>
                  <a:srgbClr val="404040"/>
                </a:solidFill>
                <a:latin typeface="Avenir Next LT Pro Light"/>
              </a:rPr>
              <a:t>)</a:t>
            </a:r>
            <a:endParaRPr b="0" lang="fr-FR" sz="900" spc="-1" strike="noStrike">
              <a:solidFill>
                <a:srgbClr val="404040"/>
              </a:solidFill>
              <a:latin typeface="Avenir Next LT Pro Light"/>
            </a:endParaRPr>
          </a:p>
          <a:p>
            <a:pPr marL="171360" indent="-171360">
              <a:lnSpc>
                <a:spcPts val="2200"/>
              </a:lnSpc>
              <a:spcBef>
                <a:spcPts val="1001"/>
              </a:spcBef>
              <a:buClr>
                <a:srgbClr val="404040"/>
              </a:buClr>
              <a:buFont typeface="Arial"/>
              <a:buChar char="•"/>
              <a:tabLst>
                <a:tab algn="l" pos="0"/>
              </a:tabLst>
            </a:pPr>
            <a:r>
              <a:rPr b="0" lang="fr-FR" sz="900" spc="-1" strike="noStrike">
                <a:solidFill>
                  <a:srgbClr val="404040"/>
                </a:solidFill>
                <a:latin typeface="Avenir Next LT Pro Light"/>
              </a:rPr>
              <a:t>Odontoceti (</a:t>
            </a:r>
            <a:r>
              <a:rPr b="0" lang="fr-FR" sz="900" spc="-1" strike="noStrike" u="sng">
                <a:solidFill>
                  <a:srgbClr val="1b8af9"/>
                </a:solidFill>
                <a:uFillTx/>
                <a:latin typeface="Avenir Next LT Pro Light"/>
                <a:hlinkClick r:id="rId5"/>
              </a:rPr>
              <a:t>https://fr.wikipedia.org/wiki/Odontoceti</a:t>
            </a:r>
            <a:r>
              <a:rPr b="0" lang="fr-FR" sz="900" spc="-1" strike="noStrike">
                <a:solidFill>
                  <a:srgbClr val="404040"/>
                </a:solidFill>
                <a:latin typeface="Avenir Next LT Pro Light"/>
              </a:rPr>
              <a:t>)</a:t>
            </a:r>
            <a:endParaRPr b="0" lang="fr-FR" sz="900" spc="-1" strike="noStrike">
              <a:solidFill>
                <a:srgbClr val="404040"/>
              </a:solidFill>
              <a:latin typeface="Avenir Next LT Pro Light"/>
            </a:endParaRPr>
          </a:p>
          <a:p>
            <a:pPr>
              <a:lnSpc>
                <a:spcPts val="2200"/>
              </a:lnSpc>
              <a:spcBef>
                <a:spcPts val="1001"/>
              </a:spcBef>
              <a:buNone/>
              <a:tabLst>
                <a:tab algn="l" pos="0"/>
              </a:tabLst>
            </a:pPr>
            <a:r>
              <a:rPr b="0" lang="fr-FR" sz="900" spc="-1" strike="noStrike">
                <a:solidFill>
                  <a:srgbClr val="404040"/>
                </a:solidFill>
                <a:latin typeface="Avenir Next LT Pro Light"/>
              </a:rPr>
              <a:t>Les images (à l’exception des images du thème de cette présentation) sont issues de Wikipédia et de Globice (auteur : Violaine Dulau)</a:t>
            </a:r>
            <a:endParaRPr b="0" lang="fr-FR" sz="900" spc="-1" strike="noStrike">
              <a:solidFill>
                <a:srgbClr val="404040"/>
              </a:solidFill>
              <a:latin typeface="Avenir Next LT Pro Light"/>
            </a:endParaRPr>
          </a:p>
        </p:txBody>
      </p:sp>
      <p:pic>
        <p:nvPicPr>
          <p:cNvPr id="323" name="Espace réservé d’image 16" descr=""/>
          <p:cNvPicPr/>
          <p:nvPr/>
        </p:nvPicPr>
        <p:blipFill>
          <a:blip r:embed="rId6"/>
          <a:srcRect l="30264" t="0" r="30264" b="0"/>
          <a:stretch/>
        </p:blipFill>
        <p:spPr>
          <a:xfrm>
            <a:off x="8132040" y="0"/>
            <a:ext cx="4059720" cy="6857640"/>
          </a:xfrm>
          <a:prstGeom prst="rect">
            <a:avLst/>
          </a:prstGeom>
          <a:ln w="0">
            <a:noFill/>
          </a:ln>
        </p:spPr>
      </p:pic>
      <p:sp>
        <p:nvSpPr>
          <p:cNvPr id="324" name="PlaceHolder 3"/>
          <p:cNvSpPr>
            <a:spLocks noGrp="1"/>
          </p:cNvSpPr>
          <p:nvPr>
            <p:ph type="ftr" idx="41"/>
          </p:nvPr>
        </p:nvSpPr>
        <p:spPr>
          <a:xfrm>
            <a:off x="4038480" y="6356520"/>
            <a:ext cx="4114440" cy="364680"/>
          </a:xfrm>
          <a:prstGeom prst="rect">
            <a:avLst/>
          </a:prstGeom>
          <a:noFill/>
          <a:ln w="0">
            <a:noFill/>
          </a:ln>
        </p:spPr>
        <p:txBody>
          <a:bodyPr anchor="ctr">
            <a:normAutofit/>
          </a:bodyPr>
          <a:lstStyle>
            <a:lvl1pPr algn="ctr">
              <a:lnSpc>
                <a:spcPct val="100000"/>
              </a:lnSpc>
              <a:spcAft>
                <a:spcPts val="601"/>
              </a:spcAft>
              <a:buNone/>
              <a:defRPr b="0" lang="fr-FR" sz="1200" spc="-1" strike="noStrike">
                <a:solidFill>
                  <a:srgbClr val="404040"/>
                </a:solidFill>
                <a:latin typeface="Avenir Next LT Pro Light"/>
              </a:defRPr>
            </a:lvl1pPr>
          </a:lstStyle>
          <a:p>
            <a:pPr algn="ctr">
              <a:lnSpc>
                <a:spcPct val="100000"/>
              </a:lnSpc>
              <a:spcAft>
                <a:spcPts val="601"/>
              </a:spcAft>
              <a:buNone/>
            </a:pPr>
            <a:r>
              <a:rPr b="0" lang="fr-FR" sz="1200" spc="-1" strike="noStrike">
                <a:solidFill>
                  <a:srgbClr val="404040"/>
                </a:solidFill>
                <a:latin typeface="Avenir Next LT Pro Light"/>
              </a:rPr>
              <a:t>Odontocètes : Passé, présent et futur</a:t>
            </a:r>
            <a:endParaRPr b="0" lang="fr-FR" sz="1200" spc="-1" strike="noStrike">
              <a:latin typeface="Times New Roman"/>
            </a:endParaRPr>
          </a:p>
        </p:txBody>
      </p:sp>
      <p:sp>
        <p:nvSpPr>
          <p:cNvPr id="325" name="PlaceHolder 4"/>
          <p:cNvSpPr>
            <a:spLocks noGrp="1"/>
          </p:cNvSpPr>
          <p:nvPr>
            <p:ph type="sldNum" idx="42"/>
          </p:nvPr>
        </p:nvSpPr>
        <p:spPr>
          <a:xfrm>
            <a:off x="8610480" y="6356520"/>
            <a:ext cx="2742840" cy="364680"/>
          </a:xfrm>
          <a:prstGeom prst="rect">
            <a:avLst/>
          </a:prstGeom>
          <a:noFill/>
          <a:ln w="0">
            <a:noFill/>
          </a:ln>
        </p:spPr>
        <p:txBody>
          <a:bodyPr anchor="ctr">
            <a:normAutofit/>
          </a:bodyPr>
          <a:lstStyle>
            <a:lvl1pPr algn="r">
              <a:lnSpc>
                <a:spcPct val="100000"/>
              </a:lnSpc>
              <a:spcAft>
                <a:spcPts val="601"/>
              </a:spcAft>
              <a:buNone/>
              <a:defRPr b="0" lang="fr-FR" sz="1200" spc="-1" strike="noStrike">
                <a:solidFill>
                  <a:srgbClr val="808080"/>
                </a:solidFill>
                <a:latin typeface="Avenir Next LT Pro Light"/>
              </a:defRPr>
            </a:lvl1pPr>
          </a:lstStyle>
          <a:p>
            <a:pPr algn="r">
              <a:lnSpc>
                <a:spcPct val="100000"/>
              </a:lnSpc>
              <a:spcAft>
                <a:spcPts val="601"/>
              </a:spcAft>
              <a:buNone/>
            </a:pPr>
            <a:fld id="{E8AD5D3D-125E-458B-9C33-0BB7E37C5B51}" type="slidenum">
              <a:rPr b="0" lang="fr-FR" sz="1200" spc="-1" strike="noStrike">
                <a:solidFill>
                  <a:srgbClr val="808080"/>
                </a:solidFill>
                <a:latin typeface="Avenir Next LT Pro Light"/>
              </a:rPr>
              <a:t>13</a:t>
            </a:fld>
            <a:endParaRPr b="0" lang="fr-FR" sz="1200" spc="-1" strike="noStrike">
              <a:latin typeface="Times New Roman"/>
            </a:endParaRPr>
          </a:p>
        </p:txBody>
      </p:sp>
      <p:sp>
        <p:nvSpPr>
          <p:cNvPr id="326" name="Espace réservé du contenu 1"/>
          <p:cNvSpPr txBox="1"/>
          <p:nvPr/>
        </p:nvSpPr>
        <p:spPr>
          <a:xfrm>
            <a:off x="4140000" y="1413360"/>
            <a:ext cx="3600000" cy="4943160"/>
          </a:xfrm>
          <a:prstGeom prst="rect">
            <a:avLst/>
          </a:prstGeom>
          <a:noFill/>
          <a:ln w="0">
            <a:noFill/>
          </a:ln>
        </p:spPr>
        <p:txBody>
          <a:bodyPr anchor="t">
            <a:normAutofit/>
          </a:bodyPr>
          <a:p>
            <a:pPr>
              <a:lnSpc>
                <a:spcPts val="2200"/>
              </a:lnSpc>
              <a:spcBef>
                <a:spcPts val="1001"/>
              </a:spcBef>
              <a:buNone/>
              <a:tabLst>
                <a:tab algn="l" pos="0"/>
              </a:tabLst>
            </a:pPr>
            <a:r>
              <a:rPr b="0" lang="fr-FR" sz="900" spc="-1" strike="noStrike">
                <a:solidFill>
                  <a:srgbClr val="404040"/>
                </a:solidFill>
                <a:latin typeface="Avenir Next LT Pro Light"/>
              </a:rPr>
              <a:t>Muséum National d’Histoire Naturelle (</a:t>
            </a:r>
            <a:r>
              <a:rPr b="0" lang="fr-FR" sz="900" spc="-1" strike="noStrike">
                <a:solidFill>
                  <a:srgbClr val="404040"/>
                </a:solidFill>
                <a:latin typeface="Avenir Next LT Pro Light"/>
                <a:hlinkClick r:id="rId7"/>
              </a:rPr>
              <a:t>https://www.mnhn.fr/fr</a:t>
            </a:r>
            <a:r>
              <a:rPr b="0" lang="fr-FR" sz="900" spc="-1" strike="noStrike">
                <a:solidFill>
                  <a:srgbClr val="404040"/>
                </a:solidFill>
                <a:latin typeface="Avenir Next LT Pro Light"/>
              </a:rPr>
              <a:t>) et notamment :</a:t>
            </a:r>
            <a:endParaRPr b="0" lang="fr-FR" sz="900" spc="-1" strike="noStrike">
              <a:solidFill>
                <a:srgbClr val="404040"/>
              </a:solidFill>
              <a:latin typeface="Avenir Next LT Pro Light"/>
            </a:endParaRPr>
          </a:p>
          <a:p>
            <a:pPr marL="432000" indent="-324000">
              <a:lnSpc>
                <a:spcPts val="2200"/>
              </a:lnSpc>
              <a:spcBef>
                <a:spcPts val="1001"/>
              </a:spcBef>
              <a:buClr>
                <a:srgbClr val="404040"/>
              </a:buClr>
              <a:buFont typeface="Symbol" charset="2"/>
              <a:buChar char=""/>
              <a:tabLst>
                <a:tab algn="l" pos="0"/>
              </a:tabLst>
            </a:pPr>
            <a:r>
              <a:rPr b="0" lang="fr-FR" sz="900" spc="-1" strike="noStrike">
                <a:solidFill>
                  <a:srgbClr val="404040"/>
                </a:solidFill>
                <a:latin typeface="Avenir Next LT Pro Light"/>
              </a:rPr>
              <a:t>Tout savoir sur les cétacés (</a:t>
            </a:r>
            <a:r>
              <a:rPr b="0" lang="fr-FR" sz="900" spc="-1" strike="noStrike">
                <a:solidFill>
                  <a:srgbClr val="404040"/>
                </a:solidFill>
                <a:latin typeface="Avenir Next LT Pro Light"/>
                <a:hlinkClick r:id="rId8"/>
              </a:rPr>
              <a:t>https://www.mnhn.fr/fr/cetaces</a:t>
            </a:r>
            <a:r>
              <a:rPr b="0" lang="fr-FR" sz="900" spc="-1" strike="noStrike">
                <a:solidFill>
                  <a:srgbClr val="404040"/>
                </a:solidFill>
                <a:latin typeface="Avenir Next LT Pro Light"/>
              </a:rPr>
              <a:t>)</a:t>
            </a:r>
            <a:endParaRPr b="0" lang="fr-FR" sz="900" spc="-1" strike="noStrike">
              <a:solidFill>
                <a:srgbClr val="404040"/>
              </a:solidFill>
              <a:latin typeface="Avenir Next LT Pro Light"/>
            </a:endParaRPr>
          </a:p>
          <a:p>
            <a:pPr marL="432000" indent="-324000">
              <a:lnSpc>
                <a:spcPts val="2200"/>
              </a:lnSpc>
              <a:spcBef>
                <a:spcPts val="1001"/>
              </a:spcBef>
              <a:buClr>
                <a:srgbClr val="404040"/>
              </a:buClr>
              <a:buFont typeface="Symbol" charset="2"/>
              <a:buChar char=""/>
              <a:tabLst>
                <a:tab algn="l" pos="0"/>
              </a:tabLst>
            </a:pPr>
            <a:r>
              <a:rPr b="0" lang="fr-FR" sz="900" spc="-1" strike="noStrike">
                <a:solidFill>
                  <a:srgbClr val="404040"/>
                </a:solidFill>
                <a:latin typeface="Avenir Next LT Pro Light"/>
              </a:rPr>
              <a:t>La grande évolution des cétacés, à la conquếte des océans </a:t>
            </a:r>
            <a:r>
              <a:rPr b="0" lang="fr-FR" sz="900" spc="-1" strike="noStrike">
                <a:solidFill>
                  <a:srgbClr val="404040"/>
                </a:solidFill>
                <a:latin typeface="Avenir Next LT Pro Light"/>
                <a:hlinkClick r:id="rId9"/>
              </a:rPr>
              <a:t>https://www.mnhn.fr/fr/la-grande-evolution-des-cetaces-a-la-conquete-des-oceans</a:t>
            </a:r>
            <a:endParaRPr b="0" lang="fr-FR" sz="900" spc="-1" strike="noStrike">
              <a:solidFill>
                <a:srgbClr val="404040"/>
              </a:solidFill>
              <a:latin typeface="Avenir Next LT Pro Light"/>
            </a:endParaRPr>
          </a:p>
          <a:p>
            <a:pPr marL="432000" indent="-324000">
              <a:lnSpc>
                <a:spcPts val="2200"/>
              </a:lnSpc>
              <a:spcBef>
                <a:spcPts val="1001"/>
              </a:spcBef>
              <a:buClr>
                <a:srgbClr val="404040"/>
              </a:buClr>
              <a:buFont typeface="Symbol" charset="2"/>
              <a:buChar char=""/>
              <a:tabLst>
                <a:tab algn="l" pos="0"/>
              </a:tabLst>
            </a:pPr>
            <a:r>
              <a:rPr b="0" lang="fr-FR" sz="900" spc="-1" strike="noStrike">
                <a:solidFill>
                  <a:srgbClr val="404040"/>
                </a:solidFill>
                <a:latin typeface="Avenir Next LT Pro Light"/>
              </a:rPr>
              <a:t>Les cétacés, des mammifères en danger </a:t>
            </a:r>
            <a:r>
              <a:rPr b="0" lang="fr-FR" sz="900" spc="-1" strike="noStrike">
                <a:solidFill>
                  <a:srgbClr val="404040"/>
                </a:solidFill>
                <a:latin typeface="Avenir Next LT Pro Light"/>
                <a:hlinkClick r:id="rId10"/>
              </a:rPr>
              <a:t>https://www.mnhn.fr/fr/les-cetaces-des-mammiferes-en-danger</a:t>
            </a:r>
            <a:endParaRPr b="0" lang="fr-FR" sz="900" spc="-1" strike="noStrike">
              <a:solidFill>
                <a:srgbClr val="404040"/>
              </a:solidFill>
              <a:latin typeface="Avenir Next LT Pro Light"/>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340800-6004-42FD-A042-AAA261C103D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2B45E2D-EE5B-40BD-B8EB-1CD549F414A7}">
  <ds:schemaRefs>
    <ds:schemaRef ds:uri="http://schemas.microsoft.com/sharepoint/v3/contenttype/forms"/>
  </ds:schemaRefs>
</ds:datastoreItem>
</file>

<file path=customXml/itemProps3.xml><?xml version="1.0" encoding="utf-8"?>
<ds:datastoreItem xmlns:ds="http://schemas.openxmlformats.org/officeDocument/2006/customXml" ds:itemID="{7B2B5C00-D108-4E13-8A78-1AA312E16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Présentation de style océan</Template>
  <TotalTime>571</TotalTime>
  <Application>LibreOffice/7.3.7.2$Linux_X86_64 LibreOffice_project/30$Build-2</Application>
  <AppVersion>15.0000</AppVersion>
  <Words>1142</Words>
  <Paragraphs>122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2024-01-10T13:34:56Z</dcterms:created>
  <dc:creator>Antoine Patron</dc:creator>
  <dc:description/>
  <dc:language>fr-FR</dc:language>
  <cp:lastModifiedBy/>
  <dcterms:modified xsi:type="dcterms:W3CDTF">2024-01-18T15:07:04Z</dcterms:modified>
  <cp:revision>34</cp:revision>
  <dc:subject/>
  <dc:title>TITRE DE LA PRÉSENTATION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13</vt:i4>
  </property>
  <property fmtid="{D5CDD505-2E9C-101B-9397-08002B2CF9AE}" pid="4" name="PresentationFormat">
    <vt:lpwstr>Grand écran</vt:lpwstr>
  </property>
  <property fmtid="{D5CDD505-2E9C-101B-9397-08002B2CF9AE}" pid="5" name="Slides">
    <vt:i4>13</vt:i4>
  </property>
</Properties>
</file>